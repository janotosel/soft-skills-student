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media/image101.png" ContentType="image/png"/>
  <Override PartName="/ppt/media/image102.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000" cy="6858000" type="wide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1_Cover">
    <p:bg>
      <p:bgRef idx="1001"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"/>
          <p:cNvSpPr>
            <a:spLocks noGrp="1"/>
          </p:cNvSpPr>
          <p:nvPr>
            <p:ph type="title" idx="0"/>
          </p:nvPr>
        </p:nvSpPr>
        <p:spPr>
          <a:xfrm>
            <a:off x="819150" y="4000500"/>
            <a:ext cx="7620000" cy="1143000"/>
          </a:xfrm>
          <a:prstGeom prst="rect">
            <a:avLst/>
          </a:prstGeom>
          <a:noFill/>
          <a:ln w="0">
            <a:noFill/>
          </a:ln>
        </p:spPr>
        <p:txBody>
          <a:bodyPr wrap="square" anchor="b"/>
          <a:lstStyle/>
          <a:p>
            <a:pPr algn="l"/>
            <a:r>
              <a:rPr sz="3800" lang="de-DE">
                <a:latin typeface="Aptos Display"/>
                <a:ea typeface="Aptos Display"/>
                <a:cs typeface="Aptos Display"/>
                <a:solidFill>
                  <a:srgbClr val="002B41"/>
                </a:solidFill>
              </a:rPr>
              <a:t>Titel</a:t>
            </a:r>
            <a:endParaRPr sz="3800" lang="de-DE"/>
          </a:p>
        </p:txBody>
      </p:sp>
      <p:sp>
        <p:nvSpPr>
          <p:cNvPr id="11" name="Untertitel"/>
          <p:cNvSpPr>
            <a:spLocks noGrp="1"/>
          </p:cNvSpPr>
          <p:nvPr>
            <p:ph type="subTitle" idx="1"/>
          </p:nvPr>
        </p:nvSpPr>
        <p:spPr>
          <a:xfrm>
            <a:off x="819150" y="5334000"/>
            <a:ext cx="7620000" cy="571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2000" lang="de-DE">
                <a:latin typeface="Aptos"/>
                <a:ea typeface="Aptos"/>
                <a:cs typeface="Aptos"/>
                <a:solidFill>
                  <a:srgbClr val="043469"/>
                </a:solidFill>
              </a:rPr>
              <a:t>Untertitel</a:t>
            </a:r>
            <a:endParaRPr sz="2000" lang="de-DE"/>
          </a:p>
        </p:txBody>
      </p:sp>
      <p:sp>
        <p:nvSpPr>
          <p:cNvPr id="12" name="Datum"/>
          <p:cNvSpPr>
            <a:spLocks noGrp="1"/>
          </p:cNvSpPr>
          <p:nvPr>
            <p:ph type="body" idx="2"/>
          </p:nvPr>
        </p:nvSpPr>
        <p:spPr>
          <a:xfrm>
            <a:off x="819150" y="6000750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1000" lang="de-DE">
                <a:latin typeface="Aptos"/>
                <a:ea typeface="Aptos"/>
                <a:cs typeface="Aptos"/>
                <a:solidFill>
                  <a:srgbClr val="6B7280"/>
                </a:solidFill>
              </a:rPr>
              <a:t>01.01.2026</a:t>
            </a:r>
            <a:endParaRPr sz="1000" lang="de-DE"/>
          </a:p>
        </p:txBody>
      </p:sp>
      <p:sp>
        <p:nvSpPr>
          <p:cNvPr id="13" name="Client Logo"/>
          <p:cNvSpPr>
            <a:spLocks noGrp="1"/>
          </p:cNvSpPr>
          <p:nvPr>
            <p:ph type="pic" idx="3"/>
          </p:nvPr>
        </p:nvSpPr>
        <p:spPr>
          <a:xfrm>
            <a:off x="819150" y="6286500"/>
            <a:ext cx="1905000" cy="381000"/>
          </a:xfrm>
          <a:prstGeom prst="rect">
            <a:avLst/>
          </a:prstGeom>
          <a:solidFill>
            <a:srgbClr val="E5E7EB"/>
          </a:solidFill>
          <a:ln w="1">
            <a:solidFill>
              <a:srgbClr val="E5E7EB"/>
            </a:solidFill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2_Inhaltsverzeichnis_kurz_mit_Unterkapiteln">
    <p:bg>
      <p:bgRef idx="1001"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"/>
          <p:cNvSpPr>
            <a:spLocks noGrp="1"/>
          </p:cNvSpPr>
          <p:nvPr>
            <p:ph type="title" idx="0"/>
          </p:nvPr>
        </p:nvSpPr>
        <p:spPr>
          <a:xfrm>
            <a:off x="819150" y="762000"/>
            <a:ext cx="4762500" cy="571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2800" lang="de-DE">
                <a:latin typeface="Aptos Display"/>
                <a:ea typeface="Aptos Display"/>
                <a:cs typeface="Aptos Display"/>
                <a:solidFill>
                  <a:srgbClr val="043469"/>
                </a:solidFill>
              </a:rPr>
              <a:t>Inhaltsverzeichnis</a:t>
            </a:r>
            <a:endParaRPr sz="2800" lang="de-DE"/>
          </a:p>
        </p:txBody>
      </p:sp>
      <p:sp>
        <p:nvSpPr>
          <p:cNvPr id="11" name="Inhalt"/>
          <p:cNvSpPr>
            <a:spLocks noGrp="1"/>
          </p:cNvSpPr>
          <p:nvPr>
            <p:ph type="body" idx="1"/>
          </p:nvPr>
        </p:nvSpPr>
        <p:spPr>
          <a:xfrm>
            <a:off x="819150" y="1524000"/>
            <a:ext cx="9525000" cy="400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1400" lang="de-DE">
                <a:latin typeface="Aptos"/>
                <a:ea typeface="Aptos"/>
                <a:cs typeface="Aptos"/>
                <a:solidFill>
                  <a:srgbClr val="002B41"/>
                </a:solidFill>
              </a:rPr>
              <a:t/>
            </a:r>
            <a:endParaRPr sz="1400"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2_Inhaltsverzeichnis_kurz_ohne_Unterkapitel">
    <p:bg>
      <p:bgRef idx="1001"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"/>
          <p:cNvSpPr>
            <a:spLocks noGrp="1"/>
          </p:cNvSpPr>
          <p:nvPr>
            <p:ph type="title" idx="0"/>
          </p:nvPr>
        </p:nvSpPr>
        <p:spPr>
          <a:xfrm>
            <a:off x="819150" y="762000"/>
            <a:ext cx="4762500" cy="571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2800" lang="de-DE">
                <a:latin typeface="Aptos Display"/>
                <a:ea typeface="Aptos Display"/>
                <a:cs typeface="Aptos Display"/>
                <a:solidFill>
                  <a:srgbClr val="043469"/>
                </a:solidFill>
              </a:rPr>
              <a:t>Inhaltsverzeichnis</a:t>
            </a:r>
            <a:endParaRPr sz="2800" lang="de-DE"/>
          </a:p>
        </p:txBody>
      </p:sp>
      <p:sp>
        <p:nvSpPr>
          <p:cNvPr id="11" name="Inhalt"/>
          <p:cNvSpPr>
            <a:spLocks noGrp="1"/>
          </p:cNvSpPr>
          <p:nvPr>
            <p:ph type="body" idx="1"/>
          </p:nvPr>
        </p:nvSpPr>
        <p:spPr>
          <a:xfrm>
            <a:off x="819150" y="1524000"/>
            <a:ext cx="9525000" cy="400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1400" lang="de-DE">
                <a:latin typeface="Aptos"/>
                <a:ea typeface="Aptos"/>
                <a:cs typeface="Aptos"/>
                <a:solidFill>
                  <a:srgbClr val="002B41"/>
                </a:solidFill>
              </a:rPr>
              <a:t/>
            </a:r>
            <a:endParaRPr sz="1400"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2_Inhaltsverzeichnis_lang">
    <p:bg>
      <p:bgRef idx="1001"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"/>
          <p:cNvSpPr>
            <a:spLocks noGrp="1"/>
          </p:cNvSpPr>
          <p:nvPr>
            <p:ph type="title" idx="0"/>
          </p:nvPr>
        </p:nvSpPr>
        <p:spPr>
          <a:xfrm>
            <a:off x="819150" y="762000"/>
            <a:ext cx="4762500" cy="571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2800" lang="de-DE">
                <a:latin typeface="Aptos Display"/>
                <a:ea typeface="Aptos Display"/>
                <a:cs typeface="Aptos Display"/>
                <a:solidFill>
                  <a:srgbClr val="043469"/>
                </a:solidFill>
              </a:rPr>
              <a:t>Inhaltsverzeichnis</a:t>
            </a:r>
            <a:endParaRPr sz="2800" lang="de-DE"/>
          </a:p>
        </p:txBody>
      </p:sp>
      <p:sp>
        <p:nvSpPr>
          <p:cNvPr id="11" name="Inhalt"/>
          <p:cNvSpPr>
            <a:spLocks noGrp="1"/>
          </p:cNvSpPr>
          <p:nvPr>
            <p:ph type="body" idx="1"/>
          </p:nvPr>
        </p:nvSpPr>
        <p:spPr>
          <a:xfrm>
            <a:off x="819150" y="1524000"/>
            <a:ext cx="9525000" cy="400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1100" lang="de-DE">
                <a:latin typeface="Aptos"/>
                <a:ea typeface="Aptos"/>
                <a:cs typeface="Aptos"/>
                <a:solidFill>
                  <a:srgbClr val="002B41"/>
                </a:solidFill>
              </a:rPr>
              <a:t/>
            </a:r>
            <a:endParaRPr sz="1100"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3_Trennblatt_Kapitel_Beschreibung">
    <p:bg>
      <p:bgRef idx="1001"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Kapitelnummer"/>
          <p:cNvSpPr>
            <a:spLocks noGrp="1"/>
          </p:cNvSpPr>
          <p:nvPr>
            <p:ph type="title" idx="0"/>
          </p:nvPr>
        </p:nvSpPr>
        <p:spPr>
          <a:xfrm>
            <a:off x="819150" y="1838325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20000" lang="de-DE" b="1">
                <a:latin typeface="Aptos Display"/>
                <a:ea typeface="Aptos Display"/>
                <a:cs typeface="Aptos Display"/>
                <a:solidFill>
                  <a:srgbClr val="F7602F"/>
                </a:solidFill>
              </a:rPr>
              <a:t>5</a:t>
            </a:r>
            <a:endParaRPr sz="20000" lang="de-DE"/>
          </a:p>
        </p:txBody>
      </p:sp>
      <p:sp>
        <p:nvSpPr>
          <p:cNvPr id="11" name="Kapitelname"/>
          <p:cNvSpPr>
            <a:spLocks noGrp="1"/>
          </p:cNvSpPr>
          <p:nvPr>
            <p:ph type="body" idx="1"/>
          </p:nvPr>
        </p:nvSpPr>
        <p:spPr>
          <a:xfrm>
            <a:off x="3905250" y="2600325"/>
            <a:ext cx="6667500" cy="571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3800" lang="de-DE">
                <a:latin typeface="Aptos Display"/>
                <a:ea typeface="Aptos Display"/>
                <a:cs typeface="Aptos Display"/>
                <a:solidFill>
                  <a:srgbClr val="043469"/>
                </a:solidFill>
              </a:rPr>
              <a:t>Kapitelname</a:t>
            </a:r>
            <a:endParaRPr sz="3800" lang="de-DE"/>
          </a:p>
        </p:txBody>
      </p:sp>
      <p:sp>
        <p:nvSpPr>
          <p:cNvPr id="12" name="Unterkapitelliste"/>
          <p:cNvSpPr>
            <a:spLocks noGrp="1"/>
          </p:cNvSpPr>
          <p:nvPr>
            <p:ph type="body" idx="2"/>
          </p:nvPr>
        </p:nvSpPr>
        <p:spPr>
          <a:xfrm>
            <a:off x="3905250" y="3238500"/>
            <a:ext cx="6667500" cy="2857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1800" lang="de-DE">
                <a:latin typeface="Aptos Display"/>
                <a:ea typeface="Aptos Display"/>
                <a:cs typeface="Aptos Display"/>
                <a:solidFill>
                  <a:srgbClr val="002B41"/>
                </a:solidFill>
              </a:rPr>
              <a:t/>
            </a:r>
            <a:endParaRPr sz="1800"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3_Trennblatt_Kapitel_Unterkapitel">
    <p:bg>
      <p:bgRef idx="1001"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Kapitelnummer"/>
          <p:cNvSpPr>
            <a:spLocks noGrp="1"/>
          </p:cNvSpPr>
          <p:nvPr>
            <p:ph type="title" idx="0"/>
          </p:nvPr>
        </p:nvSpPr>
        <p:spPr>
          <a:xfrm>
            <a:off x="819150" y="1838325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20000" lang="de-DE" b="1">
                <a:latin typeface="Aptos Display"/>
                <a:ea typeface="Aptos Display"/>
                <a:cs typeface="Aptos Display"/>
                <a:solidFill>
                  <a:srgbClr val="F7602F"/>
                </a:solidFill>
              </a:rPr>
              <a:t>5</a:t>
            </a:r>
            <a:endParaRPr sz="20000" lang="de-DE"/>
          </a:p>
        </p:txBody>
      </p:sp>
      <p:sp>
        <p:nvSpPr>
          <p:cNvPr id="11" name="Kapitelname"/>
          <p:cNvSpPr>
            <a:spLocks noGrp="1"/>
          </p:cNvSpPr>
          <p:nvPr>
            <p:ph type="body" idx="1"/>
          </p:nvPr>
        </p:nvSpPr>
        <p:spPr>
          <a:xfrm>
            <a:off x="3905250" y="2600325"/>
            <a:ext cx="6667500" cy="571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3800" lang="de-DE">
                <a:latin typeface="Aptos Display"/>
                <a:ea typeface="Aptos Display"/>
                <a:cs typeface="Aptos Display"/>
                <a:solidFill>
                  <a:srgbClr val="043469"/>
                </a:solidFill>
              </a:rPr>
              <a:t>Kapitelname</a:t>
            </a:r>
            <a:endParaRPr sz="3800" lang="de-DE"/>
          </a:p>
        </p:txBody>
      </p:sp>
      <p:sp>
        <p:nvSpPr>
          <p:cNvPr id="12" name="Unterkapitelliste"/>
          <p:cNvSpPr>
            <a:spLocks noGrp="1"/>
          </p:cNvSpPr>
          <p:nvPr>
            <p:ph type="body" idx="2"/>
          </p:nvPr>
        </p:nvSpPr>
        <p:spPr>
          <a:xfrm>
            <a:off x="3905250" y="3238500"/>
            <a:ext cx="6667500" cy="2857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1800" lang="de-DE">
                <a:latin typeface="Aptos Display"/>
                <a:ea typeface="Aptos Display"/>
                <a:cs typeface="Aptos Display"/>
                <a:solidFill>
                  <a:srgbClr val="002B41"/>
                </a:solidFill>
              </a:rPr>
              <a:t/>
            </a:r>
            <a:endParaRPr sz="1800"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3_Trennblatt_Kapitel_Unterkapitel_Kinder">
    <p:bg>
      <p:bgRef idx="1001"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Kapitelnummer"/>
          <p:cNvSpPr>
            <a:spLocks noGrp="1"/>
          </p:cNvSpPr>
          <p:nvPr>
            <p:ph type="title" idx="0"/>
          </p:nvPr>
        </p:nvSpPr>
        <p:spPr>
          <a:xfrm>
            <a:off x="819150" y="1838325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20000" lang="de-DE" b="1">
                <a:latin typeface="Aptos Display"/>
                <a:ea typeface="Aptos Display"/>
                <a:cs typeface="Aptos Display"/>
                <a:solidFill>
                  <a:srgbClr val="F7602F"/>
                </a:solidFill>
              </a:rPr>
              <a:t>5</a:t>
            </a:r>
            <a:endParaRPr sz="20000" lang="de-DE"/>
          </a:p>
        </p:txBody>
      </p:sp>
      <p:sp>
        <p:nvSpPr>
          <p:cNvPr id="11" name="Kapitelname"/>
          <p:cNvSpPr>
            <a:spLocks noGrp="1"/>
          </p:cNvSpPr>
          <p:nvPr>
            <p:ph type="body" idx="1"/>
          </p:nvPr>
        </p:nvSpPr>
        <p:spPr>
          <a:xfrm>
            <a:off x="3905250" y="2600325"/>
            <a:ext cx="6667500" cy="571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3800" lang="de-DE">
                <a:latin typeface="Aptos Display"/>
                <a:ea typeface="Aptos Display"/>
                <a:cs typeface="Aptos Display"/>
                <a:solidFill>
                  <a:srgbClr val="043469"/>
                </a:solidFill>
              </a:rPr>
              <a:t>Kapitelname</a:t>
            </a:r>
            <a:endParaRPr sz="3800" lang="de-DE"/>
          </a:p>
        </p:txBody>
      </p:sp>
      <p:sp>
        <p:nvSpPr>
          <p:cNvPr id="12" name="Unterkapitelliste"/>
          <p:cNvSpPr>
            <a:spLocks noGrp="1"/>
          </p:cNvSpPr>
          <p:nvPr>
            <p:ph type="body" idx="2"/>
          </p:nvPr>
        </p:nvSpPr>
        <p:spPr>
          <a:xfrm>
            <a:off x="3905250" y="3238500"/>
            <a:ext cx="6667500" cy="2857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1800" lang="de-DE">
                <a:latin typeface="Aptos Display"/>
                <a:ea typeface="Aptos Display"/>
                <a:cs typeface="Aptos Display"/>
                <a:solidFill>
                  <a:srgbClr val="002B41"/>
                </a:solidFill>
              </a:rPr>
              <a:t/>
            </a:r>
            <a:endParaRPr sz="1800"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4_Großer_Titel">
    <p:bg>
      <p:bgRef idx="1001"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readcrumb"/>
          <p:cNvSpPr>
            <a:spLocks noGrp="1"/>
          </p:cNvSpPr>
          <p:nvPr>
            <p:ph type="body" idx="10"/>
          </p:nvPr>
        </p:nvSpPr>
        <p:spPr>
          <a:xfrm>
            <a:off x="819150" y="2286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1000" lang="de-DE">
                <a:latin typeface="Aptos"/>
                <a:ea typeface="Aptos"/>
                <a:cs typeface="Aptos"/>
                <a:solidFill>
                  <a:srgbClr val="6B7280"/>
                </a:solidFill>
              </a:rPr>
              <a:t>[Hauptkapitel]</a:t>
            </a:r>
            <a:endParaRPr sz="1000" lang="de-DE"/>
          </a:p>
        </p:txBody>
      </p:sp>
      <p:sp>
        <p:nvSpPr>
          <p:cNvPr id="11" name="Eyebrow"/>
          <p:cNvSpPr>
            <a:spLocks noGrp="1"/>
          </p:cNvSpPr>
          <p:nvPr>
            <p:ph type="body" idx="11"/>
          </p:nvPr>
        </p:nvSpPr>
        <p:spPr>
          <a:xfrm>
            <a:off x="819150" y="43815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900" lang="de-DE" b="1">
                <a:latin typeface="Aptos"/>
                <a:ea typeface="Aptos"/>
                <a:cs typeface="Aptos"/>
                <a:solidFill>
                  <a:srgbClr val="043469"/>
                </a:solidFill>
              </a:rPr>
              <a:t>5.1 · BEZEICHNUNG</a:t>
            </a:r>
            <a:endParaRPr sz="900" lang="de-DE"/>
          </a:p>
        </p:txBody>
      </p:sp>
      <p:sp>
        <p:nvSpPr>
          <p:cNvPr id="12" name="Titel"/>
          <p:cNvSpPr>
            <a:spLocks noGrp="1"/>
          </p:cNvSpPr>
          <p:nvPr>
            <p:ph type="title" idx="0"/>
          </p:nvPr>
        </p:nvSpPr>
        <p:spPr>
          <a:xfrm>
            <a:off x="819150" y="685800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2400" lang="de-DE">
                <a:latin typeface="Aptos Display"/>
                <a:ea typeface="Aptos Display"/>
                <a:cs typeface="Aptos Display"/>
                <a:solidFill>
                  <a:srgbClr val="043469"/>
                </a:solidFill>
              </a:rPr>
              <a:t>Großer Titel</a:t>
            </a:r>
            <a:endParaRPr sz="2400" lang="de-DE"/>
          </a:p>
        </p:txBody>
      </p:sp>
      <p:sp>
        <p:nvSpPr>
          <p:cNvPr id="13" name="Body"/>
          <p:cNvSpPr>
            <a:spLocks noGrp="1"/>
          </p:cNvSpPr>
          <p:nvPr>
            <p:ph type="body" idx="1"/>
          </p:nvPr>
        </p:nvSpPr>
        <p:spPr>
          <a:xfrm>
            <a:off x="819150" y="1333500"/>
            <a:ext cx="10477500" cy="38100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1400" lang="de-DE">
                <a:latin typeface="Aptos"/>
                <a:ea typeface="Aptos"/>
                <a:cs typeface="Aptos"/>
                <a:solidFill>
                  <a:srgbClr val="002B41"/>
                </a:solidFill>
              </a:rPr>
              <a:t/>
            </a:r>
            <a:endParaRPr sz="1400"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5_Text">
    <p:bg>
      <p:bgRef idx="1001"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readcrumb"/>
          <p:cNvSpPr>
            <a:spLocks noGrp="1"/>
          </p:cNvSpPr>
          <p:nvPr>
            <p:ph type="body" idx="10"/>
          </p:nvPr>
        </p:nvSpPr>
        <p:spPr>
          <a:xfrm>
            <a:off x="819150" y="2286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1000" lang="de-DE">
                <a:latin typeface="Aptos"/>
                <a:ea typeface="Aptos"/>
                <a:cs typeface="Aptos"/>
                <a:solidFill>
                  <a:srgbClr val="6B7280"/>
                </a:solidFill>
              </a:rPr>
              <a:t>[Hauptkapitel]</a:t>
            </a:r>
            <a:endParaRPr sz="1000" lang="de-DE"/>
          </a:p>
        </p:txBody>
      </p:sp>
      <p:sp>
        <p:nvSpPr>
          <p:cNvPr id="11" name="Eyebrow"/>
          <p:cNvSpPr>
            <a:spLocks noGrp="1"/>
          </p:cNvSpPr>
          <p:nvPr>
            <p:ph type="body" idx="11"/>
          </p:nvPr>
        </p:nvSpPr>
        <p:spPr>
          <a:xfrm>
            <a:off x="819150" y="43815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900" lang="de-DE" b="1">
                <a:latin typeface="Aptos"/>
                <a:ea typeface="Aptos"/>
                <a:cs typeface="Aptos"/>
                <a:solidFill>
                  <a:srgbClr val="043469"/>
                </a:solidFill>
              </a:rPr>
              <a:t>5.1 · BEZEICHNUNG</a:t>
            </a:r>
            <a:endParaRPr sz="900" lang="de-DE"/>
          </a:p>
        </p:txBody>
      </p:sp>
      <p:sp>
        <p:nvSpPr>
          <p:cNvPr id="12" name="Kernthese"/>
          <p:cNvSpPr>
            <a:spLocks noGrp="1"/>
          </p:cNvSpPr>
          <p:nvPr>
            <p:ph type="title" idx="0"/>
          </p:nvPr>
        </p:nvSpPr>
        <p:spPr>
          <a:xfrm>
            <a:off x="819150" y="685800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2400" lang="de-DE">
                <a:latin typeface="Aptos Display"/>
                <a:ea typeface="Aptos Display"/>
                <a:cs typeface="Aptos Display"/>
                <a:solidFill>
                  <a:srgbClr val="F7602F"/>
                </a:solidFill>
              </a:rPr>
              <a:t>Kernthese</a:t>
            </a:r>
            <a:endParaRPr sz="2400" lang="de-DE"/>
          </a:p>
        </p:txBody>
      </p:sp>
      <p:sp>
        <p:nvSpPr>
          <p:cNvPr id="13" name="Body"/>
          <p:cNvSpPr>
            <a:spLocks noGrp="1"/>
          </p:cNvSpPr>
          <p:nvPr>
            <p:ph type="body" idx="1"/>
          </p:nvPr>
        </p:nvSpPr>
        <p:spPr>
          <a:xfrm>
            <a:off x="819150" y="1333500"/>
            <a:ext cx="10477500" cy="38100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1400" lang="de-DE">
                <a:latin typeface="Aptos"/>
                <a:ea typeface="Aptos"/>
                <a:cs typeface="Aptos"/>
                <a:solidFill>
                  <a:srgbClr val="002B41"/>
                </a:solidFill>
              </a:rPr>
              <a:t/>
            </a:r>
            <a:endParaRPr sz="1400" lang="de-DE"/>
          </a:p>
        </p:txBody>
      </p:sp>
      <p:sp>
        <p:nvSpPr>
          <p:cNvPr id="14" name="Quelle"/>
          <p:cNvSpPr>
            <a:spLocks noGrp="1"/>
          </p:cNvSpPr>
          <p:nvPr>
            <p:ph type="body" idx="20"/>
          </p:nvPr>
        </p:nvSpPr>
        <p:spPr>
          <a:xfrm>
            <a:off x="819150" y="6553200"/>
            <a:ext cx="47625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800" lang="de-DE">
                <a:latin typeface="Aptos"/>
                <a:ea typeface="Aptos"/>
                <a:cs typeface="Aptos"/>
                <a:solidFill>
                  <a:srgbClr val="6B7280"/>
                </a:solidFill>
              </a:rPr>
              <a:t>Quelle:</a:t>
            </a:r>
            <a:endParaRPr sz="800" lang="de-DE"/>
          </a:p>
        </p:txBody>
      </p:sp>
      <p:sp>
        <p:nvSpPr>
          <p:cNvPr id="15" name="Datum"/>
          <p:cNvSpPr>
            <a:spLocks noGrp="1"/>
          </p:cNvSpPr>
          <p:nvPr>
            <p:ph type="body" idx="21"/>
          </p:nvPr>
        </p:nvSpPr>
        <p:spPr>
          <a:xfrm>
            <a:off x="6667500" y="6553200"/>
            <a:ext cx="7620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800" lang="de-DE">
                <a:latin typeface="Aptos"/>
                <a:ea typeface="Aptos"/>
                <a:cs typeface="Aptos"/>
                <a:solidFill>
                  <a:srgbClr val="6B7280"/>
                </a:solidFill>
              </a:rPr>
              <a:t/>
            </a:r>
            <a:endParaRPr sz="800" lang="de-DE"/>
          </a:p>
        </p:txBody>
      </p:sp>
      <p:sp>
        <p:nvSpPr>
          <p:cNvPr id="16" name="Kürzel"/>
          <p:cNvSpPr>
            <a:spLocks noGrp="1"/>
          </p:cNvSpPr>
          <p:nvPr>
            <p:ph type="body" idx="22"/>
          </p:nvPr>
        </p:nvSpPr>
        <p:spPr>
          <a:xfrm>
            <a:off x="7620000" y="6553200"/>
            <a:ext cx="5715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800" lang="de-DE">
                <a:latin typeface="Aptos"/>
                <a:ea typeface="Aptos"/>
                <a:cs typeface="Aptos"/>
                <a:solidFill>
                  <a:srgbClr val="6B7280"/>
                </a:solidFill>
              </a:rPr>
              <a:t/>
            </a:r>
            <a:endParaRPr sz="800"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6_Text_zweispaltig">
    <p:bg>
      <p:bgRef idx="1001"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readcrumb"/>
          <p:cNvSpPr>
            <a:spLocks noGrp="1"/>
          </p:cNvSpPr>
          <p:nvPr>
            <p:ph type="body" idx="10"/>
          </p:nvPr>
        </p:nvSpPr>
        <p:spPr>
          <a:xfrm>
            <a:off x="819150" y="2286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1000" lang="de-DE">
                <a:latin typeface="Aptos"/>
                <a:ea typeface="Aptos"/>
                <a:cs typeface="Aptos"/>
                <a:solidFill>
                  <a:srgbClr val="6B7280"/>
                </a:solidFill>
              </a:rPr>
              <a:t>[Hauptkapitel]</a:t>
            </a:r>
            <a:endParaRPr sz="1000" lang="de-DE"/>
          </a:p>
        </p:txBody>
      </p:sp>
      <p:sp>
        <p:nvSpPr>
          <p:cNvPr id="11" name="Eyebrow"/>
          <p:cNvSpPr>
            <a:spLocks noGrp="1"/>
          </p:cNvSpPr>
          <p:nvPr>
            <p:ph type="body" idx="11"/>
          </p:nvPr>
        </p:nvSpPr>
        <p:spPr>
          <a:xfrm>
            <a:off x="819150" y="43815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900" lang="de-DE" b="1">
                <a:latin typeface="Aptos"/>
                <a:ea typeface="Aptos"/>
                <a:cs typeface="Aptos"/>
                <a:solidFill>
                  <a:srgbClr val="043469"/>
                </a:solidFill>
              </a:rPr>
              <a:t>5.1 · BEZEICHNUNG</a:t>
            </a:r>
            <a:endParaRPr sz="900" lang="de-DE"/>
          </a:p>
        </p:txBody>
      </p:sp>
      <p:sp>
        <p:nvSpPr>
          <p:cNvPr id="12" name="Kernthese"/>
          <p:cNvSpPr>
            <a:spLocks noGrp="1"/>
          </p:cNvSpPr>
          <p:nvPr>
            <p:ph type="title" idx="0"/>
          </p:nvPr>
        </p:nvSpPr>
        <p:spPr>
          <a:xfrm>
            <a:off x="819150" y="685800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2400" lang="de-DE">
                <a:latin typeface="Aptos Display"/>
                <a:ea typeface="Aptos Display"/>
                <a:cs typeface="Aptos Display"/>
                <a:solidFill>
                  <a:srgbClr val="F7602F"/>
                </a:solidFill>
              </a:rPr>
              <a:t>Kernthese</a:t>
            </a:r>
            <a:endParaRPr sz="2400" lang="de-DE"/>
          </a:p>
        </p:txBody>
      </p:sp>
      <p:sp>
        <p:nvSpPr>
          <p:cNvPr id="13" name="Body_Links"/>
          <p:cNvSpPr>
            <a:spLocks noGrp="1"/>
          </p:cNvSpPr>
          <p:nvPr>
            <p:ph type="body" idx="1"/>
          </p:nvPr>
        </p:nvSpPr>
        <p:spPr>
          <a:xfrm>
            <a:off x="819150" y="1333500"/>
            <a:ext cx="5048250" cy="38100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1400" lang="de-DE">
                <a:latin typeface="Aptos"/>
                <a:ea typeface="Aptos"/>
                <a:cs typeface="Aptos"/>
                <a:solidFill>
                  <a:srgbClr val="002B41"/>
                </a:solidFill>
              </a:rPr>
              <a:t/>
            </a:r>
            <a:endParaRPr sz="1400" lang="de-DE"/>
          </a:p>
        </p:txBody>
      </p:sp>
      <p:sp>
        <p:nvSpPr>
          <p:cNvPr id="14" name="Body_Rechts"/>
          <p:cNvSpPr>
            <a:spLocks noGrp="1"/>
          </p:cNvSpPr>
          <p:nvPr>
            <p:ph type="body" idx="2"/>
          </p:nvPr>
        </p:nvSpPr>
        <p:spPr>
          <a:xfrm>
            <a:off x="6153150" y="1333500"/>
            <a:ext cx="5048250" cy="38100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1400" lang="de-DE">
                <a:latin typeface="Aptos"/>
                <a:ea typeface="Aptos"/>
                <a:cs typeface="Aptos"/>
                <a:solidFill>
                  <a:srgbClr val="002B41"/>
                </a:solidFill>
              </a:rPr>
              <a:t/>
            </a:r>
            <a:endParaRPr sz="1400" lang="de-DE"/>
          </a:p>
        </p:txBody>
      </p:sp>
      <p:sp>
        <p:nvSpPr>
          <p:cNvPr id="15" name="Quelle"/>
          <p:cNvSpPr>
            <a:spLocks noGrp="1"/>
          </p:cNvSpPr>
          <p:nvPr>
            <p:ph type="body" idx="20"/>
          </p:nvPr>
        </p:nvSpPr>
        <p:spPr>
          <a:xfrm>
            <a:off x="819150" y="6553200"/>
            <a:ext cx="47625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800" lang="de-DE">
                <a:latin typeface="Aptos"/>
                <a:ea typeface="Aptos"/>
                <a:cs typeface="Aptos"/>
                <a:solidFill>
                  <a:srgbClr val="6B7280"/>
                </a:solidFill>
              </a:rPr>
              <a:t>Quelle:</a:t>
            </a:r>
            <a:endParaRPr sz="800" lang="de-DE"/>
          </a:p>
        </p:txBody>
      </p:sp>
      <p:sp>
        <p:nvSpPr>
          <p:cNvPr id="16" name="Datum"/>
          <p:cNvSpPr>
            <a:spLocks noGrp="1"/>
          </p:cNvSpPr>
          <p:nvPr>
            <p:ph type="body" idx="21"/>
          </p:nvPr>
        </p:nvSpPr>
        <p:spPr>
          <a:xfrm>
            <a:off x="6667500" y="6553200"/>
            <a:ext cx="7620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800" lang="de-DE">
                <a:latin typeface="Aptos"/>
                <a:ea typeface="Aptos"/>
                <a:cs typeface="Aptos"/>
                <a:solidFill>
                  <a:srgbClr val="6B7280"/>
                </a:solidFill>
              </a:rPr>
              <a:t/>
            </a:r>
            <a:endParaRPr sz="800" lang="de-DE"/>
          </a:p>
        </p:txBody>
      </p:sp>
      <p:sp>
        <p:nvSpPr>
          <p:cNvPr id="17" name="Kürzel"/>
          <p:cNvSpPr>
            <a:spLocks noGrp="1"/>
          </p:cNvSpPr>
          <p:nvPr>
            <p:ph type="body" idx="22"/>
          </p:nvPr>
        </p:nvSpPr>
        <p:spPr>
          <a:xfrm>
            <a:off x="7620000" y="6553200"/>
            <a:ext cx="5715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800" lang="de-DE">
                <a:latin typeface="Aptos"/>
                <a:ea typeface="Aptos"/>
                <a:cs typeface="Aptos"/>
                <a:solidFill>
                  <a:srgbClr val="6B7280"/>
                </a:solidFill>
              </a:rPr>
              <a:t/>
            </a:r>
            <a:endParaRPr sz="800"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0_Body_Schluss_unten">
    <p:bg>
      <p:bgRef idx="1001"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readcrumb"/>
          <p:cNvSpPr>
            <a:spLocks noGrp="1"/>
          </p:cNvSpPr>
          <p:nvPr>
            <p:ph type="body" idx="10"/>
          </p:nvPr>
        </p:nvSpPr>
        <p:spPr>
          <a:xfrm>
            <a:off x="819150" y="2286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1000" lang="de-DE">
                <a:latin typeface="Aptos"/>
                <a:ea typeface="Aptos"/>
                <a:cs typeface="Aptos"/>
                <a:solidFill>
                  <a:srgbClr val="6B7280"/>
                </a:solidFill>
              </a:rPr>
              <a:t>[Hauptkapitel]</a:t>
            </a:r>
            <a:endParaRPr sz="1000" lang="de-DE"/>
          </a:p>
        </p:txBody>
      </p:sp>
      <p:sp>
        <p:nvSpPr>
          <p:cNvPr id="11" name="Eyebrow"/>
          <p:cNvSpPr>
            <a:spLocks noGrp="1"/>
          </p:cNvSpPr>
          <p:nvPr>
            <p:ph type="body" idx="11"/>
          </p:nvPr>
        </p:nvSpPr>
        <p:spPr>
          <a:xfrm>
            <a:off x="819150" y="43815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900" lang="de-DE" b="1">
                <a:latin typeface="Aptos"/>
                <a:ea typeface="Aptos"/>
                <a:cs typeface="Aptos"/>
                <a:solidFill>
                  <a:srgbClr val="043469"/>
                </a:solidFill>
              </a:rPr>
              <a:t>5.1 · BEZEICHNUNG</a:t>
            </a:r>
            <a:endParaRPr sz="900" lang="de-DE"/>
          </a:p>
        </p:txBody>
      </p:sp>
      <p:sp>
        <p:nvSpPr>
          <p:cNvPr id="12" name="Kernthese"/>
          <p:cNvSpPr>
            <a:spLocks noGrp="1"/>
          </p:cNvSpPr>
          <p:nvPr>
            <p:ph type="title" idx="0"/>
          </p:nvPr>
        </p:nvSpPr>
        <p:spPr>
          <a:xfrm>
            <a:off x="819150" y="685800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2400" lang="de-DE">
                <a:latin typeface="Aptos Display"/>
                <a:ea typeface="Aptos Display"/>
                <a:cs typeface="Aptos Display"/>
                <a:solidFill>
                  <a:srgbClr val="F7602F"/>
                </a:solidFill>
              </a:rPr>
              <a:t>Kernthese</a:t>
            </a:r>
            <a:endParaRPr sz="2400" lang="de-DE"/>
          </a:p>
        </p:txBody>
      </p:sp>
      <p:sp>
        <p:nvSpPr>
          <p:cNvPr id="13" name="Body"/>
          <p:cNvSpPr>
            <a:spLocks noGrp="1"/>
          </p:cNvSpPr>
          <p:nvPr>
            <p:ph type="body" idx="1"/>
          </p:nvPr>
        </p:nvSpPr>
        <p:spPr>
          <a:xfrm>
            <a:off x="819150" y="1333500"/>
            <a:ext cx="10477500" cy="38100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1400" lang="de-DE">
                <a:latin typeface="Aptos"/>
                <a:ea typeface="Aptos"/>
                <a:cs typeface="Aptos"/>
                <a:solidFill>
                  <a:srgbClr val="002B41"/>
                </a:solidFill>
              </a:rPr>
              <a:t/>
            </a:r>
            <a:endParaRPr sz="1400" lang="de-DE"/>
          </a:p>
        </p:txBody>
      </p:sp>
      <p:sp>
        <p:nvSpPr>
          <p:cNvPr id="14" name="Quelle"/>
          <p:cNvSpPr>
            <a:spLocks noGrp="1"/>
          </p:cNvSpPr>
          <p:nvPr>
            <p:ph type="body" idx="20"/>
          </p:nvPr>
        </p:nvSpPr>
        <p:spPr>
          <a:xfrm>
            <a:off x="819150" y="6553200"/>
            <a:ext cx="47625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800" lang="de-DE">
                <a:latin typeface="Aptos"/>
                <a:ea typeface="Aptos"/>
                <a:cs typeface="Aptos"/>
                <a:solidFill>
                  <a:srgbClr val="6B7280"/>
                </a:solidFill>
              </a:rPr>
              <a:t>Quelle:</a:t>
            </a:r>
            <a:endParaRPr sz="800" lang="de-DE"/>
          </a:p>
        </p:txBody>
      </p:sp>
      <p:sp>
        <p:nvSpPr>
          <p:cNvPr id="15" name="Datum"/>
          <p:cNvSpPr>
            <a:spLocks noGrp="1"/>
          </p:cNvSpPr>
          <p:nvPr>
            <p:ph type="body" idx="21"/>
          </p:nvPr>
        </p:nvSpPr>
        <p:spPr>
          <a:xfrm>
            <a:off x="6667500" y="6553200"/>
            <a:ext cx="7620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800" lang="de-DE">
                <a:latin typeface="Aptos"/>
                <a:ea typeface="Aptos"/>
                <a:cs typeface="Aptos"/>
                <a:solidFill>
                  <a:srgbClr val="6B7280"/>
                </a:solidFill>
              </a:rPr>
              <a:t/>
            </a:r>
            <a:endParaRPr sz="800" lang="de-DE"/>
          </a:p>
        </p:txBody>
      </p:sp>
      <p:sp>
        <p:nvSpPr>
          <p:cNvPr id="16" name="Kürzel"/>
          <p:cNvSpPr>
            <a:spLocks noGrp="1"/>
          </p:cNvSpPr>
          <p:nvPr>
            <p:ph type="body" idx="22"/>
          </p:nvPr>
        </p:nvSpPr>
        <p:spPr>
          <a:xfrm>
            <a:off x="7620000" y="6553200"/>
            <a:ext cx="5715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800" lang="de-DE">
                <a:latin typeface="Aptos"/>
                <a:ea typeface="Aptos"/>
                <a:cs typeface="Aptos"/>
                <a:solidFill>
                  <a:srgbClr val="6B7280"/>
                </a:solidFill>
              </a:rPr>
              <a:t/>
            </a:r>
            <a:endParaRPr sz="800" lang="de-D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1_Erkenntnis_oben_Body">
    <p:bg>
      <p:bgRef idx="1001"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readcrumb"/>
          <p:cNvSpPr>
            <a:spLocks noGrp="1"/>
          </p:cNvSpPr>
          <p:nvPr>
            <p:ph type="body" idx="10"/>
          </p:nvPr>
        </p:nvSpPr>
        <p:spPr>
          <a:xfrm>
            <a:off x="819150" y="2286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1000" lang="de-DE">
                <a:latin typeface="Aptos"/>
                <a:ea typeface="Aptos"/>
                <a:cs typeface="Aptos"/>
                <a:solidFill>
                  <a:srgbClr val="6B7280"/>
                </a:solidFill>
              </a:rPr>
              <a:t>[Hauptkapitel]</a:t>
            </a:r>
            <a:endParaRPr sz="1000" lang="de-DE"/>
          </a:p>
        </p:txBody>
      </p:sp>
      <p:sp>
        <p:nvSpPr>
          <p:cNvPr id="11" name="Eyebrow"/>
          <p:cNvSpPr>
            <a:spLocks noGrp="1"/>
          </p:cNvSpPr>
          <p:nvPr>
            <p:ph type="body" idx="11"/>
          </p:nvPr>
        </p:nvSpPr>
        <p:spPr>
          <a:xfrm>
            <a:off x="819150" y="43815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900" lang="de-DE" b="1">
                <a:latin typeface="Aptos"/>
                <a:ea typeface="Aptos"/>
                <a:cs typeface="Aptos"/>
                <a:solidFill>
                  <a:srgbClr val="043469"/>
                </a:solidFill>
              </a:rPr>
              <a:t>5.1 · BEZEICHNUNG</a:t>
            </a:r>
            <a:endParaRPr sz="900" lang="de-DE"/>
          </a:p>
        </p:txBody>
      </p:sp>
      <p:sp>
        <p:nvSpPr>
          <p:cNvPr id="12" name="Erkenntnis"/>
          <p:cNvSpPr>
            <a:spLocks noGrp="1"/>
          </p:cNvSpPr>
          <p:nvPr>
            <p:ph type="title" idx="0"/>
          </p:nvPr>
        </p:nvSpPr>
        <p:spPr>
          <a:xfrm>
            <a:off x="819150" y="685800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2400" lang="de-DE">
                <a:latin typeface="Aptos Display"/>
                <a:ea typeface="Aptos Display"/>
                <a:cs typeface="Aptos Display"/>
                <a:solidFill>
                  <a:srgbClr val="F7602F"/>
                </a:solidFill>
              </a:rPr>
              <a:t>Erkenntnis</a:t>
            </a:r>
            <a:endParaRPr sz="2400" lang="de-DE"/>
          </a:p>
        </p:txBody>
      </p:sp>
      <p:sp>
        <p:nvSpPr>
          <p:cNvPr id="13" name="Body"/>
          <p:cNvSpPr>
            <a:spLocks noGrp="1"/>
          </p:cNvSpPr>
          <p:nvPr>
            <p:ph type="body" idx="1"/>
          </p:nvPr>
        </p:nvSpPr>
        <p:spPr>
          <a:xfrm>
            <a:off x="819150" y="1714500"/>
            <a:ext cx="10477500" cy="34290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1400" lang="de-DE">
                <a:latin typeface="Aptos"/>
                <a:ea typeface="Aptos"/>
                <a:cs typeface="Aptos"/>
                <a:solidFill>
                  <a:srgbClr val="002B41"/>
                </a:solidFill>
              </a:rPr>
              <a:t/>
            </a:r>
            <a:endParaRPr sz="1400" lang="de-DE"/>
          </a:p>
        </p:txBody>
      </p:sp>
      <p:sp>
        <p:nvSpPr>
          <p:cNvPr id="14" name="Quelle"/>
          <p:cNvSpPr>
            <a:spLocks noGrp="1"/>
          </p:cNvSpPr>
          <p:nvPr>
            <p:ph type="body" idx="20"/>
          </p:nvPr>
        </p:nvSpPr>
        <p:spPr>
          <a:xfrm>
            <a:off x="819150" y="6553200"/>
            <a:ext cx="47625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800" lang="de-DE">
                <a:latin typeface="Aptos"/>
                <a:ea typeface="Aptos"/>
                <a:cs typeface="Aptos"/>
                <a:solidFill>
                  <a:srgbClr val="6B7280"/>
                </a:solidFill>
              </a:rPr>
              <a:t>Quelle:</a:t>
            </a:r>
            <a:endParaRPr sz="800" lang="de-DE"/>
          </a:p>
        </p:txBody>
      </p:sp>
      <p:sp>
        <p:nvSpPr>
          <p:cNvPr id="15" name="Datum"/>
          <p:cNvSpPr>
            <a:spLocks noGrp="1"/>
          </p:cNvSpPr>
          <p:nvPr>
            <p:ph type="body" idx="21"/>
          </p:nvPr>
        </p:nvSpPr>
        <p:spPr>
          <a:xfrm>
            <a:off x="6667500" y="6553200"/>
            <a:ext cx="7620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800" lang="de-DE">
                <a:latin typeface="Aptos"/>
                <a:ea typeface="Aptos"/>
                <a:cs typeface="Aptos"/>
                <a:solidFill>
                  <a:srgbClr val="6B7280"/>
                </a:solidFill>
              </a:rPr>
              <a:t/>
            </a:r>
            <a:endParaRPr sz="800" lang="de-DE"/>
          </a:p>
        </p:txBody>
      </p:sp>
      <p:sp>
        <p:nvSpPr>
          <p:cNvPr id="16" name="Kürzel"/>
          <p:cNvSpPr>
            <a:spLocks noGrp="1"/>
          </p:cNvSpPr>
          <p:nvPr>
            <p:ph type="body" idx="22"/>
          </p:nvPr>
        </p:nvSpPr>
        <p:spPr>
          <a:xfrm>
            <a:off x="7620000" y="6553200"/>
            <a:ext cx="5715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800" lang="de-DE">
                <a:latin typeface="Aptos"/>
                <a:ea typeface="Aptos"/>
                <a:cs typeface="Aptos"/>
                <a:solidFill>
                  <a:srgbClr val="6B7280"/>
                </a:solidFill>
              </a:rPr>
              <a:t/>
            </a:r>
            <a:endParaRPr sz="800" lang="de-DE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7_Grafik_Text">
    <p:bg>
      <p:bgRef idx="1001"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readcrumb"/>
          <p:cNvSpPr>
            <a:spLocks noGrp="1"/>
          </p:cNvSpPr>
          <p:nvPr>
            <p:ph type="body" idx="10"/>
          </p:nvPr>
        </p:nvSpPr>
        <p:spPr>
          <a:xfrm>
            <a:off x="819150" y="2286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1000" lang="de-DE">
                <a:latin typeface="Aptos"/>
                <a:ea typeface="Aptos"/>
                <a:cs typeface="Aptos"/>
                <a:solidFill>
                  <a:srgbClr val="6B7280"/>
                </a:solidFill>
              </a:rPr>
              <a:t>[Hauptkapitel]</a:t>
            </a:r>
            <a:endParaRPr sz="1000" lang="de-DE"/>
          </a:p>
        </p:txBody>
      </p:sp>
      <p:sp>
        <p:nvSpPr>
          <p:cNvPr id="11" name="Eyebrow"/>
          <p:cNvSpPr>
            <a:spLocks noGrp="1"/>
          </p:cNvSpPr>
          <p:nvPr>
            <p:ph type="body" idx="11"/>
          </p:nvPr>
        </p:nvSpPr>
        <p:spPr>
          <a:xfrm>
            <a:off x="819150" y="43815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900" lang="de-DE" b="1">
                <a:latin typeface="Aptos"/>
                <a:ea typeface="Aptos"/>
                <a:cs typeface="Aptos"/>
                <a:solidFill>
                  <a:srgbClr val="043469"/>
                </a:solidFill>
              </a:rPr>
              <a:t>5.1 · BEZEICHNUNG</a:t>
            </a:r>
            <a:endParaRPr sz="900" lang="de-DE"/>
          </a:p>
        </p:txBody>
      </p:sp>
      <p:sp>
        <p:nvSpPr>
          <p:cNvPr id="12" name="Kernthese"/>
          <p:cNvSpPr>
            <a:spLocks noGrp="1"/>
          </p:cNvSpPr>
          <p:nvPr>
            <p:ph type="title" idx="0"/>
          </p:nvPr>
        </p:nvSpPr>
        <p:spPr>
          <a:xfrm>
            <a:off x="819150" y="685800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2400" lang="de-DE">
                <a:latin typeface="Aptos Display"/>
                <a:ea typeface="Aptos Display"/>
                <a:cs typeface="Aptos Display"/>
                <a:solidFill>
                  <a:srgbClr val="F7602F"/>
                </a:solidFill>
              </a:rPr>
              <a:t>Kernthese</a:t>
            </a:r>
            <a:endParaRPr sz="2400" lang="de-DE"/>
          </a:p>
        </p:txBody>
      </p:sp>
      <p:sp>
        <p:nvSpPr>
          <p:cNvPr id="13" name="Schaubild"/>
          <p:cNvSpPr>
            <a:spLocks noGrp="1"/>
          </p:cNvSpPr>
          <p:nvPr>
            <p:ph type="body" idx="1"/>
          </p:nvPr>
        </p:nvSpPr>
        <p:spPr>
          <a:xfrm>
            <a:off x="819150" y="1333500"/>
            <a:ext cx="5715000" cy="3810000"/>
          </a:xfrm>
          <a:prstGeom prst="rect">
            <a:avLst/>
          </a:prstGeom>
          <a:solidFill>
            <a:srgbClr val="F3F4F6"/>
          </a:solidFill>
          <a:ln w="1">
            <a:solidFill>
              <a:srgbClr val="E5E7EB"/>
            </a:solidFill>
          </a:ln>
        </p:spPr>
      </p:sp>
      <p:sp>
        <p:nvSpPr>
          <p:cNvPr id="14" name="Body_Text"/>
          <p:cNvSpPr>
            <a:spLocks noGrp="1"/>
          </p:cNvSpPr>
          <p:nvPr>
            <p:ph type="body" idx="2"/>
          </p:nvPr>
        </p:nvSpPr>
        <p:spPr>
          <a:xfrm>
            <a:off x="6762750" y="1333500"/>
            <a:ext cx="4476750" cy="38100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1400" lang="de-DE">
                <a:latin typeface="Aptos"/>
                <a:ea typeface="Aptos"/>
                <a:cs typeface="Aptos"/>
                <a:solidFill>
                  <a:srgbClr val="002B41"/>
                </a:solidFill>
              </a:rPr>
              <a:t/>
            </a:r>
            <a:endParaRPr sz="1400" lang="de-DE"/>
          </a:p>
        </p:txBody>
      </p:sp>
      <p:sp>
        <p:nvSpPr>
          <p:cNvPr id="15" name="Quelle"/>
          <p:cNvSpPr>
            <a:spLocks noGrp="1"/>
          </p:cNvSpPr>
          <p:nvPr>
            <p:ph type="body" idx="20"/>
          </p:nvPr>
        </p:nvSpPr>
        <p:spPr>
          <a:xfrm>
            <a:off x="819150" y="6553200"/>
            <a:ext cx="47625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800" lang="de-DE">
                <a:latin typeface="Aptos"/>
                <a:ea typeface="Aptos"/>
                <a:cs typeface="Aptos"/>
                <a:solidFill>
                  <a:srgbClr val="6B7280"/>
                </a:solidFill>
              </a:rPr>
              <a:t>Quelle:</a:t>
            </a:r>
            <a:endParaRPr sz="800" lang="de-DE"/>
          </a:p>
        </p:txBody>
      </p:sp>
      <p:sp>
        <p:nvSpPr>
          <p:cNvPr id="16" name="Datum"/>
          <p:cNvSpPr>
            <a:spLocks noGrp="1"/>
          </p:cNvSpPr>
          <p:nvPr>
            <p:ph type="body" idx="21"/>
          </p:nvPr>
        </p:nvSpPr>
        <p:spPr>
          <a:xfrm>
            <a:off x="6667500" y="6553200"/>
            <a:ext cx="7620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800" lang="de-DE">
                <a:latin typeface="Aptos"/>
                <a:ea typeface="Aptos"/>
                <a:cs typeface="Aptos"/>
                <a:solidFill>
                  <a:srgbClr val="6B7280"/>
                </a:solidFill>
              </a:rPr>
              <a:t/>
            </a:r>
            <a:endParaRPr sz="800" lang="de-DE"/>
          </a:p>
        </p:txBody>
      </p:sp>
      <p:sp>
        <p:nvSpPr>
          <p:cNvPr id="17" name="Kürzel"/>
          <p:cNvSpPr>
            <a:spLocks noGrp="1"/>
          </p:cNvSpPr>
          <p:nvPr>
            <p:ph type="body" idx="22"/>
          </p:nvPr>
        </p:nvSpPr>
        <p:spPr>
          <a:xfrm>
            <a:off x="7620000" y="6553200"/>
            <a:ext cx="5715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800" lang="de-DE">
                <a:latin typeface="Aptos"/>
                <a:ea typeface="Aptos"/>
                <a:cs typeface="Aptos"/>
                <a:solidFill>
                  <a:srgbClr val="6B7280"/>
                </a:solidFill>
              </a:rPr>
              <a:t/>
            </a:r>
            <a:endParaRPr sz="800" lang="de-DE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8_Volle_Grafik">
    <p:bg>
      <p:bgRef idx="1001"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readcrumb"/>
          <p:cNvSpPr>
            <a:spLocks noGrp="1"/>
          </p:cNvSpPr>
          <p:nvPr>
            <p:ph type="body" idx="10"/>
          </p:nvPr>
        </p:nvSpPr>
        <p:spPr>
          <a:xfrm>
            <a:off x="819150" y="2286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1000" lang="de-DE">
                <a:latin typeface="Aptos"/>
                <a:ea typeface="Aptos"/>
                <a:cs typeface="Aptos"/>
                <a:solidFill>
                  <a:srgbClr val="6B7280"/>
                </a:solidFill>
              </a:rPr>
              <a:t>[Hauptkapitel]</a:t>
            </a:r>
            <a:endParaRPr sz="1000" lang="de-DE"/>
          </a:p>
        </p:txBody>
      </p:sp>
      <p:sp>
        <p:nvSpPr>
          <p:cNvPr id="11" name="Eyebrow"/>
          <p:cNvSpPr>
            <a:spLocks noGrp="1"/>
          </p:cNvSpPr>
          <p:nvPr>
            <p:ph type="body" idx="11"/>
          </p:nvPr>
        </p:nvSpPr>
        <p:spPr>
          <a:xfrm>
            <a:off x="819150" y="43815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900" lang="de-DE" b="1">
                <a:latin typeface="Aptos"/>
                <a:ea typeface="Aptos"/>
                <a:cs typeface="Aptos"/>
                <a:solidFill>
                  <a:srgbClr val="043469"/>
                </a:solidFill>
              </a:rPr>
              <a:t>5.1 · BEZEICHNUNG</a:t>
            </a:r>
            <a:endParaRPr sz="900" lang="de-DE"/>
          </a:p>
        </p:txBody>
      </p:sp>
      <p:sp>
        <p:nvSpPr>
          <p:cNvPr id="12" name="Kernthese"/>
          <p:cNvSpPr>
            <a:spLocks noGrp="1"/>
          </p:cNvSpPr>
          <p:nvPr>
            <p:ph type="title" idx="0"/>
          </p:nvPr>
        </p:nvSpPr>
        <p:spPr>
          <a:xfrm>
            <a:off x="819150" y="685800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2400" lang="de-DE">
                <a:latin typeface="Aptos Display"/>
                <a:ea typeface="Aptos Display"/>
                <a:cs typeface="Aptos Display"/>
                <a:solidFill>
                  <a:srgbClr val="F7602F"/>
                </a:solidFill>
              </a:rPr>
              <a:t>Kernthese</a:t>
            </a:r>
            <a:endParaRPr sz="2400" lang="de-DE"/>
          </a:p>
        </p:txBody>
      </p:sp>
      <p:sp>
        <p:nvSpPr>
          <p:cNvPr id="13" name="Schaubild"/>
          <p:cNvSpPr>
            <a:spLocks noGrp="1"/>
          </p:cNvSpPr>
          <p:nvPr>
            <p:ph type="body" idx="1"/>
          </p:nvPr>
        </p:nvSpPr>
        <p:spPr>
          <a:xfrm>
            <a:off x="819150" y="1333500"/>
            <a:ext cx="10553700" cy="3810000"/>
          </a:xfrm>
          <a:prstGeom prst="rect">
            <a:avLst/>
          </a:prstGeom>
          <a:solidFill>
            <a:srgbClr val="F3F4F6"/>
          </a:solidFill>
          <a:ln w="1">
            <a:solidFill>
              <a:srgbClr val="E5E7EB"/>
            </a:solidFill>
          </a:ln>
        </p:spPr>
      </p:sp>
      <p:sp>
        <p:nvSpPr>
          <p:cNvPr id="14" name="Quelle"/>
          <p:cNvSpPr>
            <a:spLocks noGrp="1"/>
          </p:cNvSpPr>
          <p:nvPr>
            <p:ph type="body" idx="20"/>
          </p:nvPr>
        </p:nvSpPr>
        <p:spPr>
          <a:xfrm>
            <a:off x="819150" y="6553200"/>
            <a:ext cx="47625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800" lang="de-DE">
                <a:latin typeface="Aptos"/>
                <a:ea typeface="Aptos"/>
                <a:cs typeface="Aptos"/>
                <a:solidFill>
                  <a:srgbClr val="6B7280"/>
                </a:solidFill>
              </a:rPr>
              <a:t>Quelle:</a:t>
            </a:r>
            <a:endParaRPr sz="800" lang="de-DE"/>
          </a:p>
        </p:txBody>
      </p:sp>
      <p:sp>
        <p:nvSpPr>
          <p:cNvPr id="15" name="Datum"/>
          <p:cNvSpPr>
            <a:spLocks noGrp="1"/>
          </p:cNvSpPr>
          <p:nvPr>
            <p:ph type="body" idx="21"/>
          </p:nvPr>
        </p:nvSpPr>
        <p:spPr>
          <a:xfrm>
            <a:off x="6667500" y="6553200"/>
            <a:ext cx="7620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800" lang="de-DE">
                <a:latin typeface="Aptos"/>
                <a:ea typeface="Aptos"/>
                <a:cs typeface="Aptos"/>
                <a:solidFill>
                  <a:srgbClr val="6B7280"/>
                </a:solidFill>
              </a:rPr>
              <a:t/>
            </a:r>
            <a:endParaRPr sz="800" lang="de-DE"/>
          </a:p>
        </p:txBody>
      </p:sp>
      <p:sp>
        <p:nvSpPr>
          <p:cNvPr id="16" name="Kürzel"/>
          <p:cNvSpPr>
            <a:spLocks noGrp="1"/>
          </p:cNvSpPr>
          <p:nvPr>
            <p:ph type="body" idx="22"/>
          </p:nvPr>
        </p:nvSpPr>
        <p:spPr>
          <a:xfrm>
            <a:off x="7620000" y="6553200"/>
            <a:ext cx="5715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800" lang="de-DE">
                <a:latin typeface="Aptos"/>
                <a:ea typeface="Aptos"/>
                <a:cs typeface="Aptos"/>
                <a:solidFill>
                  <a:srgbClr val="6B7280"/>
                </a:solidFill>
              </a:rPr>
              <a:t/>
            </a:r>
            <a:endParaRPr sz="800" lang="de-DE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9_Daten_Highlight">
    <p:bg>
      <p:bgRef idx="1001"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readcrumb"/>
          <p:cNvSpPr>
            <a:spLocks noGrp="1"/>
          </p:cNvSpPr>
          <p:nvPr>
            <p:ph type="body" idx="10"/>
          </p:nvPr>
        </p:nvSpPr>
        <p:spPr>
          <a:xfrm>
            <a:off x="819150" y="2286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1000" lang="de-DE">
                <a:latin typeface="Aptos"/>
                <a:ea typeface="Aptos"/>
                <a:cs typeface="Aptos"/>
                <a:solidFill>
                  <a:srgbClr val="6B7280"/>
                </a:solidFill>
              </a:rPr>
              <a:t>[Hauptkapitel]</a:t>
            </a:r>
            <a:endParaRPr sz="1000" lang="de-DE"/>
          </a:p>
        </p:txBody>
      </p:sp>
      <p:sp>
        <p:nvSpPr>
          <p:cNvPr id="11" name="Eyebrow"/>
          <p:cNvSpPr>
            <a:spLocks noGrp="1"/>
          </p:cNvSpPr>
          <p:nvPr>
            <p:ph type="body" idx="11"/>
          </p:nvPr>
        </p:nvSpPr>
        <p:spPr>
          <a:xfrm>
            <a:off x="819150" y="43815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900" lang="de-DE" b="1">
                <a:latin typeface="Aptos"/>
                <a:ea typeface="Aptos"/>
                <a:cs typeface="Aptos"/>
                <a:solidFill>
                  <a:srgbClr val="043469"/>
                </a:solidFill>
              </a:rPr>
              <a:t>5.1 · BEZEICHNUNG</a:t>
            </a:r>
            <a:endParaRPr sz="900" lang="de-DE"/>
          </a:p>
        </p:txBody>
      </p:sp>
      <p:sp>
        <p:nvSpPr>
          <p:cNvPr id="12" name="KPI_Wert"/>
          <p:cNvSpPr>
            <a:spLocks noGrp="1"/>
          </p:cNvSpPr>
          <p:nvPr>
            <p:ph type="title" idx="0"/>
          </p:nvPr>
        </p:nvSpPr>
        <p:spPr>
          <a:xfrm>
            <a:off x="819150" y="1905000"/>
            <a:ext cx="7620000" cy="952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7200" lang="de-DE" b="1">
                <a:latin typeface="Aptos Display"/>
                <a:ea typeface="Aptos Display"/>
                <a:cs typeface="Aptos Display"/>
                <a:solidFill>
                  <a:srgbClr val="F7602F"/>
                </a:solidFill>
              </a:rPr>
              <a:t>85 %</a:t>
            </a:r>
            <a:endParaRPr sz="7200" lang="de-DE"/>
          </a:p>
        </p:txBody>
      </p:sp>
      <p:sp>
        <p:nvSpPr>
          <p:cNvPr id="13" name="KPI_Label"/>
          <p:cNvSpPr>
            <a:spLocks noGrp="1"/>
          </p:cNvSpPr>
          <p:nvPr>
            <p:ph type="body" idx="1"/>
          </p:nvPr>
        </p:nvSpPr>
        <p:spPr>
          <a:xfrm>
            <a:off x="819150" y="3048000"/>
            <a:ext cx="7620000" cy="3810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1800" lang="de-DE">
                <a:latin typeface="Aptos"/>
                <a:ea typeface="Aptos"/>
                <a:cs typeface="Aptos"/>
                <a:solidFill>
                  <a:srgbClr val="002B41"/>
                </a:solidFill>
              </a:rPr>
              <a:t>Label</a:t>
            </a:r>
            <a:endParaRPr sz="1800" lang="de-DE"/>
          </a:p>
        </p:txBody>
      </p:sp>
      <p:sp>
        <p:nvSpPr>
          <p:cNvPr id="14" name="KPI_Kontext"/>
          <p:cNvSpPr>
            <a:spLocks noGrp="1"/>
          </p:cNvSpPr>
          <p:nvPr>
            <p:ph type="body" idx="2"/>
          </p:nvPr>
        </p:nvSpPr>
        <p:spPr>
          <a:xfrm>
            <a:off x="819150" y="3619500"/>
            <a:ext cx="10477500" cy="19050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1400" lang="de-DE">
                <a:latin typeface="Aptos"/>
                <a:ea typeface="Aptos"/>
                <a:cs typeface="Aptos"/>
                <a:solidFill>
                  <a:srgbClr val="002B41"/>
                </a:solidFill>
              </a:rPr>
              <a:t/>
            </a:r>
            <a:endParaRPr sz="1400" lang="de-DE"/>
          </a:p>
        </p:txBody>
      </p:sp>
      <p:sp>
        <p:nvSpPr>
          <p:cNvPr id="15" name="Quelle"/>
          <p:cNvSpPr>
            <a:spLocks noGrp="1"/>
          </p:cNvSpPr>
          <p:nvPr>
            <p:ph type="body" idx="20"/>
          </p:nvPr>
        </p:nvSpPr>
        <p:spPr>
          <a:xfrm>
            <a:off x="819150" y="6553200"/>
            <a:ext cx="47625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800" lang="de-DE">
                <a:latin typeface="Aptos"/>
                <a:ea typeface="Aptos"/>
                <a:cs typeface="Aptos"/>
                <a:solidFill>
                  <a:srgbClr val="6B7280"/>
                </a:solidFill>
              </a:rPr>
              <a:t>Quelle:</a:t>
            </a:r>
            <a:endParaRPr sz="800" lang="de-DE"/>
          </a:p>
        </p:txBody>
      </p:sp>
      <p:sp>
        <p:nvSpPr>
          <p:cNvPr id="16" name="Datum"/>
          <p:cNvSpPr>
            <a:spLocks noGrp="1"/>
          </p:cNvSpPr>
          <p:nvPr>
            <p:ph type="body" idx="21"/>
          </p:nvPr>
        </p:nvSpPr>
        <p:spPr>
          <a:xfrm>
            <a:off x="6667500" y="6553200"/>
            <a:ext cx="7620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800" lang="de-DE">
                <a:latin typeface="Aptos"/>
                <a:ea typeface="Aptos"/>
                <a:cs typeface="Aptos"/>
                <a:solidFill>
                  <a:srgbClr val="6B7280"/>
                </a:solidFill>
              </a:rPr>
              <a:t/>
            </a:r>
            <a:endParaRPr sz="800" lang="de-DE"/>
          </a:p>
        </p:txBody>
      </p:sp>
      <p:sp>
        <p:nvSpPr>
          <p:cNvPr id="17" name="Kürzel"/>
          <p:cNvSpPr>
            <a:spLocks noGrp="1"/>
          </p:cNvSpPr>
          <p:nvPr>
            <p:ph type="body" idx="22"/>
          </p:nvPr>
        </p:nvSpPr>
        <p:spPr>
          <a:xfrm>
            <a:off x="7620000" y="6553200"/>
            <a:ext cx="5715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800" lang="de-DE">
                <a:latin typeface="Aptos"/>
                <a:ea typeface="Aptos"/>
                <a:cs typeface="Aptos"/>
                <a:solidFill>
                  <a:srgbClr val="6B7280"/>
                </a:solidFill>
              </a:rPr>
              <a:t/>
            </a:r>
            <a:endParaRPr sz="800" lang="de-DE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0_Tabelle">
    <p:bg>
      <p:bgRef idx="1001"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readcrumb"/>
          <p:cNvSpPr>
            <a:spLocks noGrp="1"/>
          </p:cNvSpPr>
          <p:nvPr>
            <p:ph type="body" idx="10"/>
          </p:nvPr>
        </p:nvSpPr>
        <p:spPr>
          <a:xfrm>
            <a:off x="819150" y="2286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1000" lang="de-DE">
                <a:latin typeface="Aptos"/>
                <a:ea typeface="Aptos"/>
                <a:cs typeface="Aptos"/>
                <a:solidFill>
                  <a:srgbClr val="6B7280"/>
                </a:solidFill>
              </a:rPr>
              <a:t>[Hauptkapitel]</a:t>
            </a:r>
            <a:endParaRPr sz="1000" lang="de-DE"/>
          </a:p>
        </p:txBody>
      </p:sp>
      <p:sp>
        <p:nvSpPr>
          <p:cNvPr id="11" name="Eyebrow"/>
          <p:cNvSpPr>
            <a:spLocks noGrp="1"/>
          </p:cNvSpPr>
          <p:nvPr>
            <p:ph type="body" idx="11"/>
          </p:nvPr>
        </p:nvSpPr>
        <p:spPr>
          <a:xfrm>
            <a:off x="819150" y="43815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900" lang="de-DE" b="1">
                <a:latin typeface="Aptos"/>
                <a:ea typeface="Aptos"/>
                <a:cs typeface="Aptos"/>
                <a:solidFill>
                  <a:srgbClr val="043469"/>
                </a:solidFill>
              </a:rPr>
              <a:t>5.1 · BEZEICHNUNG</a:t>
            </a:r>
            <a:endParaRPr sz="900" lang="de-DE"/>
          </a:p>
        </p:txBody>
      </p:sp>
      <p:sp>
        <p:nvSpPr>
          <p:cNvPr id="12" name="Kernthese"/>
          <p:cNvSpPr>
            <a:spLocks noGrp="1"/>
          </p:cNvSpPr>
          <p:nvPr>
            <p:ph type="title" idx="0"/>
          </p:nvPr>
        </p:nvSpPr>
        <p:spPr>
          <a:xfrm>
            <a:off x="819150" y="685800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2400" lang="de-DE">
                <a:latin typeface="Aptos Display"/>
                <a:ea typeface="Aptos Display"/>
                <a:cs typeface="Aptos Display"/>
                <a:solidFill>
                  <a:srgbClr val="F7602F"/>
                </a:solidFill>
              </a:rPr>
              <a:t>Tabelle</a:t>
            </a:r>
            <a:endParaRPr sz="2400" lang="de-DE"/>
          </a:p>
        </p:txBody>
      </p:sp>
      <p:sp>
        <p:nvSpPr>
          <p:cNvPr id="13" name="Tabelle"/>
          <p:cNvSpPr>
            <a:spLocks noGrp="1"/>
          </p:cNvSpPr>
          <p:nvPr>
            <p:ph type="body" idx="1"/>
          </p:nvPr>
        </p:nvSpPr>
        <p:spPr>
          <a:xfrm>
            <a:off x="819150" y="1333500"/>
            <a:ext cx="10553700" cy="3810000"/>
          </a:xfrm>
          <a:prstGeom prst="rect">
            <a:avLst/>
          </a:prstGeom>
          <a:solidFill>
            <a:srgbClr val="F3F4F6"/>
          </a:solidFill>
          <a:ln w="1">
            <a:solidFill>
              <a:srgbClr val="E5E7EB"/>
            </a:solidFill>
          </a:ln>
        </p:spPr>
      </p:sp>
      <p:sp>
        <p:nvSpPr>
          <p:cNvPr id="14" name="Quelle"/>
          <p:cNvSpPr>
            <a:spLocks noGrp="1"/>
          </p:cNvSpPr>
          <p:nvPr>
            <p:ph type="body" idx="20"/>
          </p:nvPr>
        </p:nvSpPr>
        <p:spPr>
          <a:xfrm>
            <a:off x="819150" y="6553200"/>
            <a:ext cx="47625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800" lang="de-DE">
                <a:latin typeface="Aptos"/>
                <a:ea typeface="Aptos"/>
                <a:cs typeface="Aptos"/>
                <a:solidFill>
                  <a:srgbClr val="6B7280"/>
                </a:solidFill>
              </a:rPr>
              <a:t>Quelle:</a:t>
            </a:r>
            <a:endParaRPr sz="800" lang="de-DE"/>
          </a:p>
        </p:txBody>
      </p:sp>
      <p:sp>
        <p:nvSpPr>
          <p:cNvPr id="15" name="Datum"/>
          <p:cNvSpPr>
            <a:spLocks noGrp="1"/>
          </p:cNvSpPr>
          <p:nvPr>
            <p:ph type="body" idx="21"/>
          </p:nvPr>
        </p:nvSpPr>
        <p:spPr>
          <a:xfrm>
            <a:off x="6667500" y="6553200"/>
            <a:ext cx="7620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800" lang="de-DE">
                <a:latin typeface="Aptos"/>
                <a:ea typeface="Aptos"/>
                <a:cs typeface="Aptos"/>
                <a:solidFill>
                  <a:srgbClr val="6B7280"/>
                </a:solidFill>
              </a:rPr>
              <a:t/>
            </a:r>
            <a:endParaRPr sz="800" lang="de-DE"/>
          </a:p>
        </p:txBody>
      </p:sp>
      <p:sp>
        <p:nvSpPr>
          <p:cNvPr id="16" name="Kürzel"/>
          <p:cNvSpPr>
            <a:spLocks noGrp="1"/>
          </p:cNvSpPr>
          <p:nvPr>
            <p:ph type="body" idx="22"/>
          </p:nvPr>
        </p:nvSpPr>
        <p:spPr>
          <a:xfrm>
            <a:off x="7620000" y="6553200"/>
            <a:ext cx="5715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800" lang="de-DE">
                <a:latin typeface="Aptos"/>
                <a:ea typeface="Aptos"/>
                <a:cs typeface="Aptos"/>
                <a:solidFill>
                  <a:srgbClr val="6B7280"/>
                </a:solidFill>
              </a:rPr>
              <a:t/>
            </a:r>
            <a:endParaRPr sz="800" lang="de-DE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4_Tabelle_Sub_Spalten">
    <p:bg>
      <p:bgRef idx="1001"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readcrumb"/>
          <p:cNvSpPr>
            <a:spLocks noGrp="1"/>
          </p:cNvSpPr>
          <p:nvPr>
            <p:ph type="body" idx="10"/>
          </p:nvPr>
        </p:nvSpPr>
        <p:spPr>
          <a:xfrm>
            <a:off x="819150" y="2286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1000" lang="de-DE">
                <a:latin typeface="Aptos"/>
                <a:ea typeface="Aptos"/>
                <a:cs typeface="Aptos"/>
                <a:solidFill>
                  <a:srgbClr val="6B7280"/>
                </a:solidFill>
              </a:rPr>
              <a:t>[Hauptkapitel]</a:t>
            </a:r>
            <a:endParaRPr sz="1000" lang="de-DE"/>
          </a:p>
        </p:txBody>
      </p:sp>
      <p:sp>
        <p:nvSpPr>
          <p:cNvPr id="11" name="Eyebrow"/>
          <p:cNvSpPr>
            <a:spLocks noGrp="1"/>
          </p:cNvSpPr>
          <p:nvPr>
            <p:ph type="body" idx="11"/>
          </p:nvPr>
        </p:nvSpPr>
        <p:spPr>
          <a:xfrm>
            <a:off x="819150" y="43815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900" lang="de-DE" b="1">
                <a:latin typeface="Aptos"/>
                <a:ea typeface="Aptos"/>
                <a:cs typeface="Aptos"/>
                <a:solidFill>
                  <a:srgbClr val="043469"/>
                </a:solidFill>
              </a:rPr>
              <a:t>5.1 · BEZEICHNUNG</a:t>
            </a:r>
            <a:endParaRPr sz="900" lang="de-DE"/>
          </a:p>
        </p:txBody>
      </p:sp>
      <p:sp>
        <p:nvSpPr>
          <p:cNvPr id="12" name="Kernthese"/>
          <p:cNvSpPr>
            <a:spLocks noGrp="1"/>
          </p:cNvSpPr>
          <p:nvPr>
            <p:ph type="title" idx="0"/>
          </p:nvPr>
        </p:nvSpPr>
        <p:spPr>
          <a:xfrm>
            <a:off x="819150" y="685800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2400" lang="de-DE">
                <a:latin typeface="Aptos Display"/>
                <a:ea typeface="Aptos Display"/>
                <a:cs typeface="Aptos Display"/>
                <a:solidFill>
                  <a:srgbClr val="F7602F"/>
                </a:solidFill>
              </a:rPr>
              <a:t>Tabelle</a:t>
            </a:r>
            <a:endParaRPr sz="2400" lang="de-DE"/>
          </a:p>
        </p:txBody>
      </p:sp>
      <p:sp>
        <p:nvSpPr>
          <p:cNvPr id="13" name="Tabelle_Sub"/>
          <p:cNvSpPr>
            <a:spLocks noGrp="1"/>
          </p:cNvSpPr>
          <p:nvPr>
            <p:ph type="body" idx="1"/>
          </p:nvPr>
        </p:nvSpPr>
        <p:spPr>
          <a:xfrm>
            <a:off x="819150" y="1333500"/>
            <a:ext cx="10553700" cy="3810000"/>
          </a:xfrm>
          <a:prstGeom prst="rect">
            <a:avLst/>
          </a:prstGeom>
          <a:solidFill>
            <a:srgbClr val="F3F4F6"/>
          </a:solidFill>
          <a:ln w="1">
            <a:solidFill>
              <a:srgbClr val="E5E7EB"/>
            </a:solidFill>
          </a:ln>
        </p:spPr>
      </p:sp>
      <p:sp>
        <p:nvSpPr>
          <p:cNvPr id="14" name="Quelle"/>
          <p:cNvSpPr>
            <a:spLocks noGrp="1"/>
          </p:cNvSpPr>
          <p:nvPr>
            <p:ph type="body" idx="20"/>
          </p:nvPr>
        </p:nvSpPr>
        <p:spPr>
          <a:xfrm>
            <a:off x="819150" y="6553200"/>
            <a:ext cx="47625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800" lang="de-DE">
                <a:latin typeface="Aptos"/>
                <a:ea typeface="Aptos"/>
                <a:cs typeface="Aptos"/>
                <a:solidFill>
                  <a:srgbClr val="6B7280"/>
                </a:solidFill>
              </a:rPr>
              <a:t>Quelle:</a:t>
            </a:r>
            <a:endParaRPr sz="800" lang="de-DE"/>
          </a:p>
        </p:txBody>
      </p:sp>
      <p:sp>
        <p:nvSpPr>
          <p:cNvPr id="15" name="Datum"/>
          <p:cNvSpPr>
            <a:spLocks noGrp="1"/>
          </p:cNvSpPr>
          <p:nvPr>
            <p:ph type="body" idx="21"/>
          </p:nvPr>
        </p:nvSpPr>
        <p:spPr>
          <a:xfrm>
            <a:off x="6667500" y="6553200"/>
            <a:ext cx="7620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800" lang="de-DE">
                <a:latin typeface="Aptos"/>
                <a:ea typeface="Aptos"/>
                <a:cs typeface="Aptos"/>
                <a:solidFill>
                  <a:srgbClr val="6B7280"/>
                </a:solidFill>
              </a:rPr>
              <a:t/>
            </a:r>
            <a:endParaRPr sz="800" lang="de-DE"/>
          </a:p>
        </p:txBody>
      </p:sp>
      <p:sp>
        <p:nvSpPr>
          <p:cNvPr id="16" name="Kürzel"/>
          <p:cNvSpPr>
            <a:spLocks noGrp="1"/>
          </p:cNvSpPr>
          <p:nvPr>
            <p:ph type="body" idx="22"/>
          </p:nvPr>
        </p:nvSpPr>
        <p:spPr>
          <a:xfrm>
            <a:off x="7620000" y="6553200"/>
            <a:ext cx="5715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800" lang="de-DE">
                <a:latin typeface="Aptos"/>
                <a:ea typeface="Aptos"/>
                <a:cs typeface="Aptos"/>
                <a:solidFill>
                  <a:srgbClr val="6B7280"/>
                </a:solidFill>
              </a:rPr>
              <a:t/>
            </a:r>
            <a:endParaRPr sz="800" lang="de-DE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3_Maßnahmen">
    <p:bg>
      <p:bgRef idx="1001"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readcrumb"/>
          <p:cNvSpPr>
            <a:spLocks noGrp="1"/>
          </p:cNvSpPr>
          <p:nvPr>
            <p:ph type="body" idx="10"/>
          </p:nvPr>
        </p:nvSpPr>
        <p:spPr>
          <a:xfrm>
            <a:off x="819150" y="2286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1000" lang="de-DE">
                <a:latin typeface="Aptos"/>
                <a:ea typeface="Aptos"/>
                <a:cs typeface="Aptos"/>
                <a:solidFill>
                  <a:srgbClr val="6B7280"/>
                </a:solidFill>
              </a:rPr>
              <a:t>[Hauptkapitel]</a:t>
            </a:r>
            <a:endParaRPr sz="1000" lang="de-DE"/>
          </a:p>
        </p:txBody>
      </p:sp>
      <p:sp>
        <p:nvSpPr>
          <p:cNvPr id="11" name="Eyebrow"/>
          <p:cNvSpPr>
            <a:spLocks noGrp="1"/>
          </p:cNvSpPr>
          <p:nvPr>
            <p:ph type="body" idx="11"/>
          </p:nvPr>
        </p:nvSpPr>
        <p:spPr>
          <a:xfrm>
            <a:off x="819150" y="43815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900" lang="de-DE" b="1">
                <a:latin typeface="Aptos"/>
                <a:ea typeface="Aptos"/>
                <a:cs typeface="Aptos"/>
                <a:solidFill>
                  <a:srgbClr val="043469"/>
                </a:solidFill>
              </a:rPr>
              <a:t>5.1 · BEZEICHNUNG</a:t>
            </a:r>
            <a:endParaRPr sz="900" lang="de-DE"/>
          </a:p>
        </p:txBody>
      </p:sp>
      <p:sp>
        <p:nvSpPr>
          <p:cNvPr id="12" name="Titel"/>
          <p:cNvSpPr>
            <a:spLocks noGrp="1"/>
          </p:cNvSpPr>
          <p:nvPr>
            <p:ph type="title" idx="0"/>
          </p:nvPr>
        </p:nvSpPr>
        <p:spPr>
          <a:xfrm>
            <a:off x="819150" y="1047750"/>
            <a:ext cx="5715000" cy="3810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2400" lang="de-DE">
                <a:latin typeface="Aptos Display"/>
                <a:ea typeface="Aptos Display"/>
                <a:cs typeface="Aptos Display"/>
                <a:solidFill>
                  <a:srgbClr val="043469"/>
                </a:solidFill>
              </a:rPr>
              <a:t>Maßnahmen</a:t>
            </a:r>
            <a:endParaRPr sz="2400" lang="de-DE"/>
          </a:p>
        </p:txBody>
      </p:sp>
      <p:sp>
        <p:nvSpPr>
          <p:cNvPr id="13" name="Maßnahmentabelle"/>
          <p:cNvSpPr>
            <a:spLocks noGrp="1"/>
          </p:cNvSpPr>
          <p:nvPr>
            <p:ph type="body" idx="1"/>
          </p:nvPr>
        </p:nvSpPr>
        <p:spPr>
          <a:xfrm>
            <a:off x="819150" y="1714500"/>
            <a:ext cx="10553700" cy="4191000"/>
          </a:xfrm>
          <a:prstGeom prst="rect">
            <a:avLst/>
          </a:prstGeom>
          <a:solidFill>
            <a:srgbClr val="F3F4F6"/>
          </a:solidFill>
          <a:ln w="1">
            <a:solidFill>
              <a:srgbClr val="E5E7EB"/>
            </a:solidFill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3_Drei_Spalten">
    <p:bg>
      <p:bgRef idx="1001"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readcrumb"/>
          <p:cNvSpPr>
            <a:spLocks noGrp="1"/>
          </p:cNvSpPr>
          <p:nvPr>
            <p:ph type="body" idx="10"/>
          </p:nvPr>
        </p:nvSpPr>
        <p:spPr>
          <a:xfrm>
            <a:off x="819150" y="2286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1000" lang="de-DE">
                <a:latin typeface="Aptos"/>
                <a:ea typeface="Aptos"/>
                <a:cs typeface="Aptos"/>
                <a:solidFill>
                  <a:srgbClr val="6B7280"/>
                </a:solidFill>
              </a:rPr>
              <a:t>[Hauptkapitel]</a:t>
            </a:r>
            <a:endParaRPr sz="1000" lang="de-DE"/>
          </a:p>
        </p:txBody>
      </p:sp>
      <p:sp>
        <p:nvSpPr>
          <p:cNvPr id="11" name="Eyebrow"/>
          <p:cNvSpPr>
            <a:spLocks noGrp="1"/>
          </p:cNvSpPr>
          <p:nvPr>
            <p:ph type="body" idx="11"/>
          </p:nvPr>
        </p:nvSpPr>
        <p:spPr>
          <a:xfrm>
            <a:off x="819150" y="43815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900" lang="de-DE" b="1">
                <a:latin typeface="Aptos"/>
                <a:ea typeface="Aptos"/>
                <a:cs typeface="Aptos"/>
                <a:solidFill>
                  <a:srgbClr val="043469"/>
                </a:solidFill>
              </a:rPr>
              <a:t>5.1 · BEZEICHNUNG</a:t>
            </a:r>
            <a:endParaRPr sz="900" lang="de-DE"/>
          </a:p>
        </p:txBody>
      </p:sp>
      <p:sp>
        <p:nvSpPr>
          <p:cNvPr id="12" name="Titel"/>
          <p:cNvSpPr>
            <a:spLocks noGrp="1"/>
          </p:cNvSpPr>
          <p:nvPr>
            <p:ph type="title" idx="0"/>
          </p:nvPr>
        </p:nvSpPr>
        <p:spPr>
          <a:xfrm>
            <a:off x="819150" y="685800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2400" lang="de-DE">
                <a:latin typeface="Aptos Display"/>
                <a:ea typeface="Aptos Display"/>
                <a:cs typeface="Aptos Display"/>
                <a:solidFill>
                  <a:srgbClr val="F7602F"/>
                </a:solidFill>
              </a:rPr>
              <a:t>Titel</a:t>
            </a:r>
            <a:endParaRPr sz="2400" lang="de-DE"/>
          </a:p>
        </p:txBody>
      </p:sp>
      <p:sp>
        <p:nvSpPr>
          <p:cNvPr id="13" name="Spalte_1"/>
          <p:cNvSpPr>
            <a:spLocks noGrp="1"/>
          </p:cNvSpPr>
          <p:nvPr>
            <p:ph type="body" idx="1"/>
          </p:nvPr>
        </p:nvSpPr>
        <p:spPr>
          <a:xfrm>
            <a:off x="819150" y="1333500"/>
            <a:ext cx="3238500" cy="38100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1400" lang="de-DE">
                <a:latin typeface="Aptos"/>
                <a:ea typeface="Aptos"/>
                <a:cs typeface="Aptos"/>
                <a:solidFill>
                  <a:srgbClr val="002B41"/>
                </a:solidFill>
              </a:rPr>
              <a:t/>
            </a:r>
            <a:endParaRPr sz="1400" lang="de-DE"/>
          </a:p>
        </p:txBody>
      </p:sp>
      <p:sp>
        <p:nvSpPr>
          <p:cNvPr id="14" name="Spalte_2"/>
          <p:cNvSpPr>
            <a:spLocks noGrp="1"/>
          </p:cNvSpPr>
          <p:nvPr>
            <p:ph type="body" idx="2"/>
          </p:nvPr>
        </p:nvSpPr>
        <p:spPr>
          <a:xfrm>
            <a:off x="4343400" y="1333500"/>
            <a:ext cx="3238500" cy="38100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1400" lang="de-DE">
                <a:latin typeface="Aptos"/>
                <a:ea typeface="Aptos"/>
                <a:cs typeface="Aptos"/>
                <a:solidFill>
                  <a:srgbClr val="002B41"/>
                </a:solidFill>
              </a:rPr>
              <a:t/>
            </a:r>
            <a:endParaRPr sz="1400" lang="de-DE"/>
          </a:p>
        </p:txBody>
      </p:sp>
      <p:sp>
        <p:nvSpPr>
          <p:cNvPr id="15" name="Spalte_3"/>
          <p:cNvSpPr>
            <a:spLocks noGrp="1"/>
          </p:cNvSpPr>
          <p:nvPr>
            <p:ph type="body" idx="3"/>
          </p:nvPr>
        </p:nvSpPr>
        <p:spPr>
          <a:xfrm>
            <a:off x="7867650" y="1333500"/>
            <a:ext cx="3238500" cy="38100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1400" lang="de-DE">
                <a:latin typeface="Aptos"/>
                <a:ea typeface="Aptos"/>
                <a:cs typeface="Aptos"/>
                <a:solidFill>
                  <a:srgbClr val="002B41"/>
                </a:solidFill>
              </a:rPr>
              <a:t/>
            </a:r>
            <a:endParaRPr sz="1400" lang="de-DE"/>
          </a:p>
        </p:txBody>
      </p:sp>
      <p:sp>
        <p:nvSpPr>
          <p:cNvPr id="16" name="Quelle"/>
          <p:cNvSpPr>
            <a:spLocks noGrp="1"/>
          </p:cNvSpPr>
          <p:nvPr>
            <p:ph type="body" idx="20"/>
          </p:nvPr>
        </p:nvSpPr>
        <p:spPr>
          <a:xfrm>
            <a:off x="819150" y="6553200"/>
            <a:ext cx="47625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800" lang="de-DE">
                <a:latin typeface="Aptos"/>
                <a:ea typeface="Aptos"/>
                <a:cs typeface="Aptos"/>
                <a:solidFill>
                  <a:srgbClr val="6B7280"/>
                </a:solidFill>
              </a:rPr>
              <a:t>Quelle:</a:t>
            </a:r>
            <a:endParaRPr sz="800" lang="de-DE"/>
          </a:p>
        </p:txBody>
      </p:sp>
      <p:sp>
        <p:nvSpPr>
          <p:cNvPr id="17" name="Datum"/>
          <p:cNvSpPr>
            <a:spLocks noGrp="1"/>
          </p:cNvSpPr>
          <p:nvPr>
            <p:ph type="body" idx="21"/>
          </p:nvPr>
        </p:nvSpPr>
        <p:spPr>
          <a:xfrm>
            <a:off x="6667500" y="6553200"/>
            <a:ext cx="7620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800" lang="de-DE">
                <a:latin typeface="Aptos"/>
                <a:ea typeface="Aptos"/>
                <a:cs typeface="Aptos"/>
                <a:solidFill>
                  <a:srgbClr val="6B7280"/>
                </a:solidFill>
              </a:rPr>
              <a:t/>
            </a:r>
            <a:endParaRPr sz="800" lang="de-DE"/>
          </a:p>
        </p:txBody>
      </p:sp>
      <p:sp>
        <p:nvSpPr>
          <p:cNvPr id="18" name="Kürzel"/>
          <p:cNvSpPr>
            <a:spLocks noGrp="1"/>
          </p:cNvSpPr>
          <p:nvPr>
            <p:ph type="body" idx="22"/>
          </p:nvPr>
        </p:nvSpPr>
        <p:spPr>
          <a:xfrm>
            <a:off x="7620000" y="6553200"/>
            <a:ext cx="5715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800" lang="de-DE">
                <a:latin typeface="Aptos"/>
                <a:ea typeface="Aptos"/>
                <a:cs typeface="Aptos"/>
                <a:solidFill>
                  <a:srgbClr val="6B7280"/>
                </a:solidFill>
              </a:rPr>
              <a:t/>
            </a:r>
            <a:endParaRPr sz="800" lang="de-DE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4_Zwei_Spalten">
    <p:bg>
      <p:bgRef idx="1001"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readcrumb"/>
          <p:cNvSpPr>
            <a:spLocks noGrp="1"/>
          </p:cNvSpPr>
          <p:nvPr>
            <p:ph type="body" idx="10"/>
          </p:nvPr>
        </p:nvSpPr>
        <p:spPr>
          <a:xfrm>
            <a:off x="819150" y="2286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1000" lang="de-DE">
                <a:latin typeface="Aptos"/>
                <a:ea typeface="Aptos"/>
                <a:cs typeface="Aptos"/>
                <a:solidFill>
                  <a:srgbClr val="6B7280"/>
                </a:solidFill>
              </a:rPr>
              <a:t>[Hauptkapitel]</a:t>
            </a:r>
            <a:endParaRPr sz="1000" lang="de-DE"/>
          </a:p>
        </p:txBody>
      </p:sp>
      <p:sp>
        <p:nvSpPr>
          <p:cNvPr id="11" name="Eyebrow"/>
          <p:cNvSpPr>
            <a:spLocks noGrp="1"/>
          </p:cNvSpPr>
          <p:nvPr>
            <p:ph type="body" idx="11"/>
          </p:nvPr>
        </p:nvSpPr>
        <p:spPr>
          <a:xfrm>
            <a:off x="819150" y="43815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900" lang="de-DE" b="1">
                <a:latin typeface="Aptos"/>
                <a:ea typeface="Aptos"/>
                <a:cs typeface="Aptos"/>
                <a:solidFill>
                  <a:srgbClr val="043469"/>
                </a:solidFill>
              </a:rPr>
              <a:t>5.1 · BEZEICHNUNG</a:t>
            </a:r>
            <a:endParaRPr sz="900" lang="de-DE"/>
          </a:p>
        </p:txBody>
      </p:sp>
      <p:sp>
        <p:nvSpPr>
          <p:cNvPr id="12" name="Titel"/>
          <p:cNvSpPr>
            <a:spLocks noGrp="1"/>
          </p:cNvSpPr>
          <p:nvPr>
            <p:ph type="title" idx="0"/>
          </p:nvPr>
        </p:nvSpPr>
        <p:spPr>
          <a:xfrm>
            <a:off x="819150" y="685800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2400" lang="de-DE">
                <a:latin typeface="Aptos Display"/>
                <a:ea typeface="Aptos Display"/>
                <a:cs typeface="Aptos Display"/>
                <a:solidFill>
                  <a:srgbClr val="F7602F"/>
                </a:solidFill>
              </a:rPr>
              <a:t>Titel</a:t>
            </a:r>
            <a:endParaRPr sz="2400" lang="de-DE"/>
          </a:p>
        </p:txBody>
      </p:sp>
      <p:sp>
        <p:nvSpPr>
          <p:cNvPr id="13" name="Spalte_1"/>
          <p:cNvSpPr>
            <a:spLocks noGrp="1"/>
          </p:cNvSpPr>
          <p:nvPr>
            <p:ph type="body" idx="1"/>
          </p:nvPr>
        </p:nvSpPr>
        <p:spPr>
          <a:xfrm>
            <a:off x="819150" y="1333500"/>
            <a:ext cx="5048250" cy="38100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1400" lang="de-DE">
                <a:latin typeface="Aptos"/>
                <a:ea typeface="Aptos"/>
                <a:cs typeface="Aptos"/>
                <a:solidFill>
                  <a:srgbClr val="002B41"/>
                </a:solidFill>
              </a:rPr>
              <a:t/>
            </a:r>
            <a:endParaRPr sz="1400" lang="de-DE"/>
          </a:p>
        </p:txBody>
      </p:sp>
      <p:sp>
        <p:nvSpPr>
          <p:cNvPr id="14" name="Spalte_2"/>
          <p:cNvSpPr>
            <a:spLocks noGrp="1"/>
          </p:cNvSpPr>
          <p:nvPr>
            <p:ph type="body" idx="2"/>
          </p:nvPr>
        </p:nvSpPr>
        <p:spPr>
          <a:xfrm>
            <a:off x="6153150" y="1333500"/>
            <a:ext cx="5048250" cy="38100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1400" lang="de-DE">
                <a:latin typeface="Aptos"/>
                <a:ea typeface="Aptos"/>
                <a:cs typeface="Aptos"/>
                <a:solidFill>
                  <a:srgbClr val="002B41"/>
                </a:solidFill>
              </a:rPr>
              <a:t/>
            </a:r>
            <a:endParaRPr sz="1400" lang="de-DE"/>
          </a:p>
        </p:txBody>
      </p:sp>
      <p:sp>
        <p:nvSpPr>
          <p:cNvPr id="15" name="Quelle"/>
          <p:cNvSpPr>
            <a:spLocks noGrp="1"/>
          </p:cNvSpPr>
          <p:nvPr>
            <p:ph type="body" idx="20"/>
          </p:nvPr>
        </p:nvSpPr>
        <p:spPr>
          <a:xfrm>
            <a:off x="819150" y="6553200"/>
            <a:ext cx="47625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800" lang="de-DE">
                <a:latin typeface="Aptos"/>
                <a:ea typeface="Aptos"/>
                <a:cs typeface="Aptos"/>
                <a:solidFill>
                  <a:srgbClr val="6B7280"/>
                </a:solidFill>
              </a:rPr>
              <a:t>Quelle:</a:t>
            </a:r>
            <a:endParaRPr sz="800" lang="de-DE"/>
          </a:p>
        </p:txBody>
      </p:sp>
      <p:sp>
        <p:nvSpPr>
          <p:cNvPr id="16" name="Datum"/>
          <p:cNvSpPr>
            <a:spLocks noGrp="1"/>
          </p:cNvSpPr>
          <p:nvPr>
            <p:ph type="body" idx="21"/>
          </p:nvPr>
        </p:nvSpPr>
        <p:spPr>
          <a:xfrm>
            <a:off x="6667500" y="6553200"/>
            <a:ext cx="7620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800" lang="de-DE">
                <a:latin typeface="Aptos"/>
                <a:ea typeface="Aptos"/>
                <a:cs typeface="Aptos"/>
                <a:solidFill>
                  <a:srgbClr val="6B7280"/>
                </a:solidFill>
              </a:rPr>
              <a:t/>
            </a:r>
            <a:endParaRPr sz="800" lang="de-DE"/>
          </a:p>
        </p:txBody>
      </p:sp>
      <p:sp>
        <p:nvSpPr>
          <p:cNvPr id="17" name="Kürzel"/>
          <p:cNvSpPr>
            <a:spLocks noGrp="1"/>
          </p:cNvSpPr>
          <p:nvPr>
            <p:ph type="body" idx="22"/>
          </p:nvPr>
        </p:nvSpPr>
        <p:spPr>
          <a:xfrm>
            <a:off x="7620000" y="6553200"/>
            <a:ext cx="5715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800" lang="de-DE">
                <a:latin typeface="Aptos"/>
                <a:ea typeface="Aptos"/>
                <a:cs typeface="Aptos"/>
                <a:solidFill>
                  <a:srgbClr val="6B7280"/>
                </a:solidFill>
              </a:rPr>
              <a:t/>
            </a:r>
            <a:endParaRPr sz="800" lang="de-DE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8_Zwei_horizontale_Boxen">
    <p:bg>
      <p:bgRef idx="1001"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readcrumb"/>
          <p:cNvSpPr>
            <a:spLocks noGrp="1"/>
          </p:cNvSpPr>
          <p:nvPr>
            <p:ph type="body" idx="10"/>
          </p:nvPr>
        </p:nvSpPr>
        <p:spPr>
          <a:xfrm>
            <a:off x="819150" y="2286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1000" lang="de-DE">
                <a:latin typeface="Aptos"/>
                <a:ea typeface="Aptos"/>
                <a:cs typeface="Aptos"/>
                <a:solidFill>
                  <a:srgbClr val="6B7280"/>
                </a:solidFill>
              </a:rPr>
              <a:t>[Hauptkapitel]</a:t>
            </a:r>
            <a:endParaRPr sz="1000" lang="de-DE"/>
          </a:p>
        </p:txBody>
      </p:sp>
      <p:sp>
        <p:nvSpPr>
          <p:cNvPr id="11" name="Eyebrow"/>
          <p:cNvSpPr>
            <a:spLocks noGrp="1"/>
          </p:cNvSpPr>
          <p:nvPr>
            <p:ph type="body" idx="11"/>
          </p:nvPr>
        </p:nvSpPr>
        <p:spPr>
          <a:xfrm>
            <a:off x="819150" y="43815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900" lang="de-DE" b="1">
                <a:latin typeface="Aptos"/>
                <a:ea typeface="Aptos"/>
                <a:cs typeface="Aptos"/>
                <a:solidFill>
                  <a:srgbClr val="043469"/>
                </a:solidFill>
              </a:rPr>
              <a:t>5.1 · BEZEICHNUNG</a:t>
            </a:r>
            <a:endParaRPr sz="900" lang="de-DE"/>
          </a:p>
        </p:txBody>
      </p:sp>
      <p:sp>
        <p:nvSpPr>
          <p:cNvPr id="12" name="Titel"/>
          <p:cNvSpPr>
            <a:spLocks noGrp="1"/>
          </p:cNvSpPr>
          <p:nvPr>
            <p:ph type="title" idx="0"/>
          </p:nvPr>
        </p:nvSpPr>
        <p:spPr>
          <a:xfrm>
            <a:off x="819150" y="685800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2400" lang="de-DE">
                <a:latin typeface="Aptos Display"/>
                <a:ea typeface="Aptos Display"/>
                <a:cs typeface="Aptos Display"/>
                <a:solidFill>
                  <a:srgbClr val="F7602F"/>
                </a:solidFill>
              </a:rPr>
              <a:t>Titel</a:t>
            </a:r>
            <a:endParaRPr sz="2400" lang="de-DE"/>
          </a:p>
        </p:txBody>
      </p:sp>
      <p:sp>
        <p:nvSpPr>
          <p:cNvPr id="13" name="Box_1"/>
          <p:cNvSpPr>
            <a:spLocks noGrp="1"/>
          </p:cNvSpPr>
          <p:nvPr>
            <p:ph type="body" idx="1"/>
          </p:nvPr>
        </p:nvSpPr>
        <p:spPr>
          <a:xfrm>
            <a:off x="819150" y="1333500"/>
            <a:ext cx="10477500" cy="11430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1400" lang="de-DE">
                <a:latin typeface="Aptos"/>
                <a:ea typeface="Aptos"/>
                <a:cs typeface="Aptos"/>
                <a:solidFill>
                  <a:srgbClr val="002B41"/>
                </a:solidFill>
              </a:rPr>
              <a:t/>
            </a:r>
            <a:endParaRPr sz="1400" lang="de-DE"/>
          </a:p>
        </p:txBody>
      </p:sp>
      <p:sp>
        <p:nvSpPr>
          <p:cNvPr id="14" name="Box_2"/>
          <p:cNvSpPr>
            <a:spLocks noGrp="1"/>
          </p:cNvSpPr>
          <p:nvPr>
            <p:ph type="body" idx="2"/>
          </p:nvPr>
        </p:nvSpPr>
        <p:spPr>
          <a:xfrm>
            <a:off x="819150" y="2667000"/>
            <a:ext cx="10477500" cy="11430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1400" lang="de-DE">
                <a:latin typeface="Aptos"/>
                <a:ea typeface="Aptos"/>
                <a:cs typeface="Aptos"/>
                <a:solidFill>
                  <a:srgbClr val="002B41"/>
                </a:solidFill>
              </a:rPr>
              <a:t/>
            </a:r>
            <a:endParaRPr sz="1400" lang="de-DE"/>
          </a:p>
        </p:txBody>
      </p:sp>
      <p:sp>
        <p:nvSpPr>
          <p:cNvPr id="15" name="Quelle"/>
          <p:cNvSpPr>
            <a:spLocks noGrp="1"/>
          </p:cNvSpPr>
          <p:nvPr>
            <p:ph type="body" idx="20"/>
          </p:nvPr>
        </p:nvSpPr>
        <p:spPr>
          <a:xfrm>
            <a:off x="819150" y="6553200"/>
            <a:ext cx="47625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800" lang="de-DE">
                <a:latin typeface="Aptos"/>
                <a:ea typeface="Aptos"/>
                <a:cs typeface="Aptos"/>
                <a:solidFill>
                  <a:srgbClr val="6B7280"/>
                </a:solidFill>
              </a:rPr>
              <a:t>Quelle:</a:t>
            </a:r>
            <a:endParaRPr sz="800" lang="de-DE"/>
          </a:p>
        </p:txBody>
      </p:sp>
      <p:sp>
        <p:nvSpPr>
          <p:cNvPr id="16" name="Datum"/>
          <p:cNvSpPr>
            <a:spLocks noGrp="1"/>
          </p:cNvSpPr>
          <p:nvPr>
            <p:ph type="body" idx="21"/>
          </p:nvPr>
        </p:nvSpPr>
        <p:spPr>
          <a:xfrm>
            <a:off x="6667500" y="6553200"/>
            <a:ext cx="7620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800" lang="de-DE">
                <a:latin typeface="Aptos"/>
                <a:ea typeface="Aptos"/>
                <a:cs typeface="Aptos"/>
                <a:solidFill>
                  <a:srgbClr val="6B7280"/>
                </a:solidFill>
              </a:rPr>
              <a:t/>
            </a:r>
            <a:endParaRPr sz="800" lang="de-DE"/>
          </a:p>
        </p:txBody>
      </p:sp>
      <p:sp>
        <p:nvSpPr>
          <p:cNvPr id="17" name="Kürzel"/>
          <p:cNvSpPr>
            <a:spLocks noGrp="1"/>
          </p:cNvSpPr>
          <p:nvPr>
            <p:ph type="body" idx="22"/>
          </p:nvPr>
        </p:nvSpPr>
        <p:spPr>
          <a:xfrm>
            <a:off x="7620000" y="6553200"/>
            <a:ext cx="5715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800" lang="de-DE">
                <a:latin typeface="Aptos"/>
                <a:ea typeface="Aptos"/>
                <a:cs typeface="Aptos"/>
                <a:solidFill>
                  <a:srgbClr val="6B7280"/>
                </a:solidFill>
              </a:rPr>
              <a:t/>
            </a:r>
            <a:endParaRPr sz="800" lang="de-DE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9_Drei_horizontale_Boxen">
    <p:bg>
      <p:bgRef idx="1001"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readcrumb"/>
          <p:cNvSpPr>
            <a:spLocks noGrp="1"/>
          </p:cNvSpPr>
          <p:nvPr>
            <p:ph type="body" idx="10"/>
          </p:nvPr>
        </p:nvSpPr>
        <p:spPr>
          <a:xfrm>
            <a:off x="819150" y="2286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1000" lang="de-DE">
                <a:latin typeface="Aptos"/>
                <a:ea typeface="Aptos"/>
                <a:cs typeface="Aptos"/>
                <a:solidFill>
                  <a:srgbClr val="6B7280"/>
                </a:solidFill>
              </a:rPr>
              <a:t>[Hauptkapitel]</a:t>
            </a:r>
            <a:endParaRPr sz="1000" lang="de-DE"/>
          </a:p>
        </p:txBody>
      </p:sp>
      <p:sp>
        <p:nvSpPr>
          <p:cNvPr id="11" name="Eyebrow"/>
          <p:cNvSpPr>
            <a:spLocks noGrp="1"/>
          </p:cNvSpPr>
          <p:nvPr>
            <p:ph type="body" idx="11"/>
          </p:nvPr>
        </p:nvSpPr>
        <p:spPr>
          <a:xfrm>
            <a:off x="819150" y="43815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900" lang="de-DE" b="1">
                <a:latin typeface="Aptos"/>
                <a:ea typeface="Aptos"/>
                <a:cs typeface="Aptos"/>
                <a:solidFill>
                  <a:srgbClr val="043469"/>
                </a:solidFill>
              </a:rPr>
              <a:t>5.1 · BEZEICHNUNG</a:t>
            </a:r>
            <a:endParaRPr sz="900" lang="de-DE"/>
          </a:p>
        </p:txBody>
      </p:sp>
      <p:sp>
        <p:nvSpPr>
          <p:cNvPr id="12" name="Titel"/>
          <p:cNvSpPr>
            <a:spLocks noGrp="1"/>
          </p:cNvSpPr>
          <p:nvPr>
            <p:ph type="title" idx="0"/>
          </p:nvPr>
        </p:nvSpPr>
        <p:spPr>
          <a:xfrm>
            <a:off x="819150" y="685800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2400" lang="de-DE">
                <a:latin typeface="Aptos Display"/>
                <a:ea typeface="Aptos Display"/>
                <a:cs typeface="Aptos Display"/>
                <a:solidFill>
                  <a:srgbClr val="F7602F"/>
                </a:solidFill>
              </a:rPr>
              <a:t>Titel</a:t>
            </a:r>
            <a:endParaRPr sz="2400" lang="de-DE"/>
          </a:p>
        </p:txBody>
      </p:sp>
      <p:sp>
        <p:nvSpPr>
          <p:cNvPr id="13" name="Box_1"/>
          <p:cNvSpPr>
            <a:spLocks noGrp="1"/>
          </p:cNvSpPr>
          <p:nvPr>
            <p:ph type="body" idx="1"/>
          </p:nvPr>
        </p:nvSpPr>
        <p:spPr>
          <a:xfrm>
            <a:off x="819150" y="1333500"/>
            <a:ext cx="10477500" cy="7620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1400" lang="de-DE">
                <a:latin typeface="Aptos"/>
                <a:ea typeface="Aptos"/>
                <a:cs typeface="Aptos"/>
                <a:solidFill>
                  <a:srgbClr val="002B41"/>
                </a:solidFill>
              </a:rPr>
              <a:t/>
            </a:r>
            <a:endParaRPr sz="1400" lang="de-DE"/>
          </a:p>
        </p:txBody>
      </p:sp>
      <p:sp>
        <p:nvSpPr>
          <p:cNvPr id="14" name="Box_2"/>
          <p:cNvSpPr>
            <a:spLocks noGrp="1"/>
          </p:cNvSpPr>
          <p:nvPr>
            <p:ph type="body" idx="2"/>
          </p:nvPr>
        </p:nvSpPr>
        <p:spPr>
          <a:xfrm>
            <a:off x="819150" y="2286000"/>
            <a:ext cx="10477500" cy="7620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1400" lang="de-DE">
                <a:latin typeface="Aptos"/>
                <a:ea typeface="Aptos"/>
                <a:cs typeface="Aptos"/>
                <a:solidFill>
                  <a:srgbClr val="002B41"/>
                </a:solidFill>
              </a:rPr>
              <a:t/>
            </a:r>
            <a:endParaRPr sz="1400" lang="de-DE"/>
          </a:p>
        </p:txBody>
      </p:sp>
      <p:sp>
        <p:nvSpPr>
          <p:cNvPr id="15" name="Box_3"/>
          <p:cNvSpPr>
            <a:spLocks noGrp="1"/>
          </p:cNvSpPr>
          <p:nvPr>
            <p:ph type="body" idx="3"/>
          </p:nvPr>
        </p:nvSpPr>
        <p:spPr>
          <a:xfrm>
            <a:off x="819150" y="3238500"/>
            <a:ext cx="10477500" cy="7620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1400" lang="de-DE">
                <a:latin typeface="Aptos"/>
                <a:ea typeface="Aptos"/>
                <a:cs typeface="Aptos"/>
                <a:solidFill>
                  <a:srgbClr val="002B41"/>
                </a:solidFill>
              </a:rPr>
              <a:t/>
            </a:r>
            <a:endParaRPr sz="1400" lang="de-DE"/>
          </a:p>
        </p:txBody>
      </p:sp>
      <p:sp>
        <p:nvSpPr>
          <p:cNvPr id="16" name="Quelle"/>
          <p:cNvSpPr>
            <a:spLocks noGrp="1"/>
          </p:cNvSpPr>
          <p:nvPr>
            <p:ph type="body" idx="20"/>
          </p:nvPr>
        </p:nvSpPr>
        <p:spPr>
          <a:xfrm>
            <a:off x="819150" y="6553200"/>
            <a:ext cx="47625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800" lang="de-DE">
                <a:latin typeface="Aptos"/>
                <a:ea typeface="Aptos"/>
                <a:cs typeface="Aptos"/>
                <a:solidFill>
                  <a:srgbClr val="6B7280"/>
                </a:solidFill>
              </a:rPr>
              <a:t>Quelle:</a:t>
            </a:r>
            <a:endParaRPr sz="800" lang="de-DE"/>
          </a:p>
        </p:txBody>
      </p:sp>
      <p:sp>
        <p:nvSpPr>
          <p:cNvPr id="17" name="Datum"/>
          <p:cNvSpPr>
            <a:spLocks noGrp="1"/>
          </p:cNvSpPr>
          <p:nvPr>
            <p:ph type="body" idx="21"/>
          </p:nvPr>
        </p:nvSpPr>
        <p:spPr>
          <a:xfrm>
            <a:off x="6667500" y="6553200"/>
            <a:ext cx="7620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800" lang="de-DE">
                <a:latin typeface="Aptos"/>
                <a:ea typeface="Aptos"/>
                <a:cs typeface="Aptos"/>
                <a:solidFill>
                  <a:srgbClr val="6B7280"/>
                </a:solidFill>
              </a:rPr>
              <a:t/>
            </a:r>
            <a:endParaRPr sz="800" lang="de-DE"/>
          </a:p>
        </p:txBody>
      </p:sp>
      <p:sp>
        <p:nvSpPr>
          <p:cNvPr id="18" name="Kürzel"/>
          <p:cNvSpPr>
            <a:spLocks noGrp="1"/>
          </p:cNvSpPr>
          <p:nvPr>
            <p:ph type="body" idx="22"/>
          </p:nvPr>
        </p:nvSpPr>
        <p:spPr>
          <a:xfrm>
            <a:off x="7620000" y="6553200"/>
            <a:ext cx="5715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800" lang="de-DE">
                <a:latin typeface="Aptos"/>
                <a:ea typeface="Aptos"/>
                <a:cs typeface="Aptos"/>
                <a:solidFill>
                  <a:srgbClr val="6B7280"/>
                </a:solidFill>
              </a:rPr>
              <a:t/>
            </a:r>
            <a:endParaRPr sz="800" lang="de-DE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3_Foto_Text">
    <p:bg>
      <p:bgRef idx="1001"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readcrumb"/>
          <p:cNvSpPr>
            <a:spLocks noGrp="1"/>
          </p:cNvSpPr>
          <p:nvPr>
            <p:ph type="body" idx="10"/>
          </p:nvPr>
        </p:nvSpPr>
        <p:spPr>
          <a:xfrm>
            <a:off x="819150" y="2286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1000" lang="de-DE">
                <a:latin typeface="Aptos"/>
                <a:ea typeface="Aptos"/>
                <a:cs typeface="Aptos"/>
                <a:solidFill>
                  <a:srgbClr val="6B7280"/>
                </a:solidFill>
              </a:rPr>
              <a:t>[Hauptkapitel]</a:t>
            </a:r>
            <a:endParaRPr sz="1000" lang="de-DE"/>
          </a:p>
        </p:txBody>
      </p:sp>
      <p:sp>
        <p:nvSpPr>
          <p:cNvPr id="11" name="Eyebrow"/>
          <p:cNvSpPr>
            <a:spLocks noGrp="1"/>
          </p:cNvSpPr>
          <p:nvPr>
            <p:ph type="body" idx="11"/>
          </p:nvPr>
        </p:nvSpPr>
        <p:spPr>
          <a:xfrm>
            <a:off x="819150" y="43815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900" lang="de-DE" b="1">
                <a:latin typeface="Aptos"/>
                <a:ea typeface="Aptos"/>
                <a:cs typeface="Aptos"/>
                <a:solidFill>
                  <a:srgbClr val="043469"/>
                </a:solidFill>
              </a:rPr>
              <a:t>5.1 · BEZEICHNUNG</a:t>
            </a:r>
            <a:endParaRPr sz="900" lang="de-DE"/>
          </a:p>
        </p:txBody>
      </p:sp>
      <p:sp>
        <p:nvSpPr>
          <p:cNvPr id="12" name="Eyebrow"/>
          <p:cNvSpPr>
            <a:spLocks noGrp="1"/>
          </p:cNvSpPr>
          <p:nvPr>
            <p:ph type="body" idx="11"/>
          </p:nvPr>
        </p:nvSpPr>
        <p:spPr>
          <a:xfrm>
            <a:off x="819150" y="8001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900" lang="de-DE" b="1">
                <a:latin typeface="Aptos"/>
                <a:ea typeface="Aptos"/>
                <a:cs typeface="Aptos"/>
                <a:solidFill>
                  <a:srgbClr val="043469"/>
                </a:solidFill>
              </a:rPr>
              <a:t>5.1 · BEZEICHNUNG</a:t>
            </a:r>
            <a:endParaRPr sz="900" lang="de-DE"/>
          </a:p>
        </p:txBody>
      </p:sp>
      <p:sp>
        <p:nvSpPr>
          <p:cNvPr id="13" name="Titel"/>
          <p:cNvSpPr>
            <a:spLocks noGrp="1"/>
          </p:cNvSpPr>
          <p:nvPr>
            <p:ph type="title" idx="0"/>
          </p:nvPr>
        </p:nvSpPr>
        <p:spPr>
          <a:xfrm>
            <a:off x="819150" y="1143000"/>
            <a:ext cx="5715000" cy="3810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2400" lang="de-DE">
                <a:latin typeface="Aptos Display"/>
                <a:ea typeface="Aptos Display"/>
                <a:cs typeface="Aptos Display"/>
                <a:solidFill>
                  <a:srgbClr val="F7602F"/>
                </a:solidFill>
              </a:rPr>
              <a:t>Titel</a:t>
            </a:r>
            <a:endParaRPr sz="2400" lang="de-DE"/>
          </a:p>
        </p:txBody>
      </p:sp>
      <p:sp>
        <p:nvSpPr>
          <p:cNvPr id="14" name="Bild"/>
          <p:cNvSpPr>
            <a:spLocks noGrp="1"/>
          </p:cNvSpPr>
          <p:nvPr>
            <p:ph type="pic" idx="1"/>
          </p:nvPr>
        </p:nvSpPr>
        <p:spPr>
          <a:xfrm>
            <a:off x="819150" y="2000250"/>
            <a:ext cx="4476750" cy="3429000"/>
          </a:xfrm>
          <a:prstGeom prst="rect">
            <a:avLst/>
          </a:prstGeom>
          <a:solidFill>
            <a:srgbClr val="E5E7EB"/>
          </a:solidFill>
          <a:ln w="1">
            <a:solidFill>
              <a:srgbClr val="E5E7EB"/>
            </a:solidFill>
          </a:ln>
        </p:spPr>
      </p:sp>
      <p:sp>
        <p:nvSpPr>
          <p:cNvPr id="15" name="Bildunterschrift"/>
          <p:cNvSpPr>
            <a:spLocks noGrp="1"/>
          </p:cNvSpPr>
          <p:nvPr>
            <p:ph type="body" idx="2"/>
          </p:nvPr>
        </p:nvSpPr>
        <p:spPr>
          <a:xfrm>
            <a:off x="819150" y="5524500"/>
            <a:ext cx="447675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900" lang="de-DE">
                <a:latin typeface="Aptos"/>
                <a:ea typeface="Aptos"/>
                <a:cs typeface="Aptos"/>
                <a:solidFill>
                  <a:srgbClr val="6B7280"/>
                </a:solidFill>
              </a:rPr>
              <a:t/>
            </a:r>
            <a:endParaRPr sz="900" lang="de-DE"/>
          </a:p>
        </p:txBody>
      </p:sp>
      <p:sp>
        <p:nvSpPr>
          <p:cNvPr id="16" name="Body"/>
          <p:cNvSpPr>
            <a:spLocks noGrp="1"/>
          </p:cNvSpPr>
          <p:nvPr>
            <p:ph type="body" idx="3"/>
          </p:nvPr>
        </p:nvSpPr>
        <p:spPr>
          <a:xfrm>
            <a:off x="5676900" y="2000250"/>
            <a:ext cx="5695950" cy="34290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1400" lang="de-DE">
                <a:latin typeface="Aptos"/>
                <a:ea typeface="Aptos"/>
                <a:cs typeface="Aptos"/>
                <a:solidFill>
                  <a:srgbClr val="002B41"/>
                </a:solidFill>
              </a:rPr>
              <a:t/>
            </a:r>
            <a:endParaRPr sz="1400" lang="de-DE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6_Referenzen_Logo_Wall">
    <p:bg>
      <p:bgRef idx="1001"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"/>
          <p:cNvSpPr>
            <a:spLocks noGrp="1"/>
          </p:cNvSpPr>
          <p:nvPr>
            <p:ph type="title" idx="0"/>
          </p:nvPr>
        </p:nvSpPr>
        <p:spPr>
          <a:xfrm>
            <a:off x="819150" y="685800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2400" lang="de-DE">
                <a:latin typeface="Aptos Display"/>
                <a:ea typeface="Aptos Display"/>
                <a:cs typeface="Aptos Display"/>
                <a:solidFill>
                  <a:srgbClr val="043469"/>
                </a:solidFill>
              </a:rPr>
              <a:t>Titel</a:t>
            </a:r>
            <a:endParaRPr sz="2400" lang="de-DE"/>
          </a:p>
        </p:txBody>
      </p:sp>
      <p:sp>
        <p:nvSpPr>
          <p:cNvPr id="13" name="Bereich"/>
          <p:cNvSpPr>
            <a:spLocks noGrp="1"/>
          </p:cNvSpPr>
          <p:nvPr>
            <p:ph type="body" idx="1"/>
          </p:nvPr>
        </p:nvSpPr>
        <p:spPr>
          <a:xfrm>
            <a:off x="819150" y="1333500"/>
            <a:ext cx="10553700" cy="4000500"/>
          </a:xfrm>
          <a:prstGeom prst="rect">
            <a:avLst/>
          </a:prstGeom>
          <a:solidFill>
            <a:srgbClr val="F3F4F6"/>
          </a:solidFill>
          <a:ln w="1">
            <a:solidFill>
              <a:srgbClr val="E5E7EB"/>
            </a:solidFill>
          </a:ln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7_Action_Items">
    <p:bg>
      <p:bgRef idx="1001"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readcrumb"/>
          <p:cNvSpPr>
            <a:spLocks noGrp="1"/>
          </p:cNvSpPr>
          <p:nvPr>
            <p:ph type="body" idx="10"/>
          </p:nvPr>
        </p:nvSpPr>
        <p:spPr>
          <a:xfrm>
            <a:off x="819150" y="2286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1000" lang="de-DE">
                <a:latin typeface="Aptos"/>
                <a:ea typeface="Aptos"/>
                <a:cs typeface="Aptos"/>
                <a:solidFill>
                  <a:srgbClr val="6B7280"/>
                </a:solidFill>
              </a:rPr>
              <a:t>[Hauptkapitel]</a:t>
            </a:r>
            <a:endParaRPr sz="1000" lang="de-DE"/>
          </a:p>
        </p:txBody>
      </p:sp>
      <p:sp>
        <p:nvSpPr>
          <p:cNvPr id="11" name="Eyebrow"/>
          <p:cNvSpPr>
            <a:spLocks noGrp="1"/>
          </p:cNvSpPr>
          <p:nvPr>
            <p:ph type="body" idx="11"/>
          </p:nvPr>
        </p:nvSpPr>
        <p:spPr>
          <a:xfrm>
            <a:off x="819150" y="43815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900" lang="de-DE" b="1">
                <a:latin typeface="Aptos"/>
                <a:ea typeface="Aptos"/>
                <a:cs typeface="Aptos"/>
                <a:solidFill>
                  <a:srgbClr val="043469"/>
                </a:solidFill>
              </a:rPr>
              <a:t>5.1 · BEZEICHNUNG</a:t>
            </a:r>
            <a:endParaRPr sz="900" lang="de-DE"/>
          </a:p>
        </p:txBody>
      </p:sp>
      <p:sp>
        <p:nvSpPr>
          <p:cNvPr id="12" name="Titel"/>
          <p:cNvSpPr>
            <a:spLocks noGrp="1"/>
          </p:cNvSpPr>
          <p:nvPr>
            <p:ph type="title" idx="0"/>
          </p:nvPr>
        </p:nvSpPr>
        <p:spPr>
          <a:xfrm>
            <a:off x="819150" y="685800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2400" lang="de-DE">
                <a:latin typeface="Aptos Display"/>
                <a:ea typeface="Aptos Display"/>
                <a:cs typeface="Aptos Display"/>
                <a:solidFill>
                  <a:srgbClr val="043469"/>
                </a:solidFill>
              </a:rPr>
              <a:t>Titel</a:t>
            </a:r>
            <a:endParaRPr sz="2400" lang="de-DE"/>
          </a:p>
        </p:txBody>
      </p:sp>
      <p:sp>
        <p:nvSpPr>
          <p:cNvPr id="13" name="Bereich"/>
          <p:cNvSpPr>
            <a:spLocks noGrp="1"/>
          </p:cNvSpPr>
          <p:nvPr>
            <p:ph type="body" idx="1"/>
          </p:nvPr>
        </p:nvSpPr>
        <p:spPr>
          <a:xfrm>
            <a:off x="819150" y="1333500"/>
            <a:ext cx="10553700" cy="4000500"/>
          </a:xfrm>
          <a:prstGeom prst="rect">
            <a:avLst/>
          </a:prstGeom>
          <a:solidFill>
            <a:srgbClr val="F3F4F6"/>
          </a:solidFill>
          <a:ln w="1">
            <a:solidFill>
              <a:srgbClr val="E5E7EB"/>
            </a:solidFill>
          </a:ln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8_Tempel_Säulen">
    <p:bg>
      <p:bgRef idx="1001"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readcrumb"/>
          <p:cNvSpPr>
            <a:spLocks noGrp="1"/>
          </p:cNvSpPr>
          <p:nvPr>
            <p:ph type="body" idx="10"/>
          </p:nvPr>
        </p:nvSpPr>
        <p:spPr>
          <a:xfrm>
            <a:off x="819150" y="2286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1000" lang="de-DE">
                <a:latin typeface="Aptos"/>
                <a:ea typeface="Aptos"/>
                <a:cs typeface="Aptos"/>
                <a:solidFill>
                  <a:srgbClr val="6B7280"/>
                </a:solidFill>
              </a:rPr>
              <a:t>[Hauptkapitel]</a:t>
            </a:r>
            <a:endParaRPr sz="1000" lang="de-DE"/>
          </a:p>
        </p:txBody>
      </p:sp>
      <p:sp>
        <p:nvSpPr>
          <p:cNvPr id="11" name="Eyebrow"/>
          <p:cNvSpPr>
            <a:spLocks noGrp="1"/>
          </p:cNvSpPr>
          <p:nvPr>
            <p:ph type="body" idx="11"/>
          </p:nvPr>
        </p:nvSpPr>
        <p:spPr>
          <a:xfrm>
            <a:off x="819150" y="43815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900" lang="de-DE" b="1">
                <a:latin typeface="Aptos"/>
                <a:ea typeface="Aptos"/>
                <a:cs typeface="Aptos"/>
                <a:solidFill>
                  <a:srgbClr val="043469"/>
                </a:solidFill>
              </a:rPr>
              <a:t>5.1 · BEZEICHNUNG</a:t>
            </a:r>
            <a:endParaRPr sz="900" lang="de-DE"/>
          </a:p>
        </p:txBody>
      </p:sp>
      <p:sp>
        <p:nvSpPr>
          <p:cNvPr id="12" name="Titel"/>
          <p:cNvSpPr>
            <a:spLocks noGrp="1"/>
          </p:cNvSpPr>
          <p:nvPr>
            <p:ph type="title" idx="0"/>
          </p:nvPr>
        </p:nvSpPr>
        <p:spPr>
          <a:xfrm>
            <a:off x="819150" y="685800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2400" lang="de-DE">
                <a:latin typeface="Aptos Display"/>
                <a:ea typeface="Aptos Display"/>
                <a:cs typeface="Aptos Display"/>
                <a:solidFill>
                  <a:srgbClr val="043469"/>
                </a:solidFill>
              </a:rPr>
              <a:t>Titel</a:t>
            </a:r>
            <a:endParaRPr sz="2400" lang="de-DE"/>
          </a:p>
        </p:txBody>
      </p:sp>
      <p:sp>
        <p:nvSpPr>
          <p:cNvPr id="13" name="Bereich"/>
          <p:cNvSpPr>
            <a:spLocks noGrp="1"/>
          </p:cNvSpPr>
          <p:nvPr>
            <p:ph type="body" idx="1"/>
          </p:nvPr>
        </p:nvSpPr>
        <p:spPr>
          <a:xfrm>
            <a:off x="819150" y="1333500"/>
            <a:ext cx="10553700" cy="4000500"/>
          </a:xfrm>
          <a:prstGeom prst="rect">
            <a:avLst/>
          </a:prstGeom>
          <a:solidFill>
            <a:srgbClr val="F3F4F6"/>
          </a:solidFill>
          <a:ln w="1">
            <a:solidFill>
              <a:srgbClr val="E5E7EB"/>
            </a:solidFill>
          </a:ln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0_Team_Grid">
    <p:bg>
      <p:bgRef idx="1001"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"/>
          <p:cNvSpPr>
            <a:spLocks noGrp="1"/>
          </p:cNvSpPr>
          <p:nvPr>
            <p:ph type="title" idx="0"/>
          </p:nvPr>
        </p:nvSpPr>
        <p:spPr>
          <a:xfrm>
            <a:off x="819150" y="685800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2400" lang="de-DE">
                <a:latin typeface="Aptos Display"/>
                <a:ea typeface="Aptos Display"/>
                <a:cs typeface="Aptos Display"/>
                <a:solidFill>
                  <a:srgbClr val="043469"/>
                </a:solidFill>
              </a:rPr>
              <a:t>Titel</a:t>
            </a:r>
            <a:endParaRPr sz="2400" lang="de-DE"/>
          </a:p>
        </p:txBody>
      </p:sp>
      <p:sp>
        <p:nvSpPr>
          <p:cNvPr id="13" name="Bereich"/>
          <p:cNvSpPr>
            <a:spLocks noGrp="1"/>
          </p:cNvSpPr>
          <p:nvPr>
            <p:ph type="body" idx="1"/>
          </p:nvPr>
        </p:nvSpPr>
        <p:spPr>
          <a:xfrm>
            <a:off x="819150" y="1333500"/>
            <a:ext cx="10553700" cy="4000500"/>
          </a:xfrm>
          <a:prstGeom prst="rect">
            <a:avLst/>
          </a:prstGeom>
          <a:solidFill>
            <a:srgbClr val="F3F4F6"/>
          </a:solidFill>
          <a:ln w="1">
            <a:solidFill>
              <a:srgbClr val="E5E7EB"/>
            </a:solidFill>
          </a:ln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1_Geografische_Karte">
    <p:bg>
      <p:bgRef idx="1001"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readcrumb"/>
          <p:cNvSpPr>
            <a:spLocks noGrp="1"/>
          </p:cNvSpPr>
          <p:nvPr>
            <p:ph type="body" idx="10"/>
          </p:nvPr>
        </p:nvSpPr>
        <p:spPr>
          <a:xfrm>
            <a:off x="819150" y="2286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1000" lang="de-DE">
                <a:latin typeface="Aptos"/>
                <a:ea typeface="Aptos"/>
                <a:cs typeface="Aptos"/>
                <a:solidFill>
                  <a:srgbClr val="6B7280"/>
                </a:solidFill>
              </a:rPr>
              <a:t>[Hauptkapitel]</a:t>
            </a:r>
            <a:endParaRPr sz="1000" lang="de-DE"/>
          </a:p>
        </p:txBody>
      </p:sp>
      <p:sp>
        <p:nvSpPr>
          <p:cNvPr id="11" name="Eyebrow"/>
          <p:cNvSpPr>
            <a:spLocks noGrp="1"/>
          </p:cNvSpPr>
          <p:nvPr>
            <p:ph type="body" idx="11"/>
          </p:nvPr>
        </p:nvSpPr>
        <p:spPr>
          <a:xfrm>
            <a:off x="819150" y="43815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900" lang="de-DE" b="1">
                <a:latin typeface="Aptos"/>
                <a:ea typeface="Aptos"/>
                <a:cs typeface="Aptos"/>
                <a:solidFill>
                  <a:srgbClr val="043469"/>
                </a:solidFill>
              </a:rPr>
              <a:t>5.1 · BEZEICHNUNG</a:t>
            </a:r>
            <a:endParaRPr sz="900" lang="de-DE"/>
          </a:p>
        </p:txBody>
      </p:sp>
      <p:sp>
        <p:nvSpPr>
          <p:cNvPr id="12" name="Titel"/>
          <p:cNvSpPr>
            <a:spLocks noGrp="1"/>
          </p:cNvSpPr>
          <p:nvPr>
            <p:ph type="title" idx="0"/>
          </p:nvPr>
        </p:nvSpPr>
        <p:spPr>
          <a:xfrm>
            <a:off x="819150" y="685800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2400" lang="de-DE">
                <a:latin typeface="Aptos Display"/>
                <a:ea typeface="Aptos Display"/>
                <a:cs typeface="Aptos Display"/>
                <a:solidFill>
                  <a:srgbClr val="043469"/>
                </a:solidFill>
              </a:rPr>
              <a:t>Titel</a:t>
            </a:r>
            <a:endParaRPr sz="2400" lang="de-DE"/>
          </a:p>
        </p:txBody>
      </p:sp>
      <p:sp>
        <p:nvSpPr>
          <p:cNvPr id="13" name="Bereich"/>
          <p:cNvSpPr>
            <a:spLocks noGrp="1"/>
          </p:cNvSpPr>
          <p:nvPr>
            <p:ph type="body" idx="1"/>
          </p:nvPr>
        </p:nvSpPr>
        <p:spPr>
          <a:xfrm>
            <a:off x="819150" y="1333500"/>
            <a:ext cx="10553700" cy="4000500"/>
          </a:xfrm>
          <a:prstGeom prst="rect">
            <a:avLst/>
          </a:prstGeom>
          <a:solidFill>
            <a:srgbClr val="F3F4F6"/>
          </a:solidFill>
          <a:ln w="1">
            <a:solidFill>
              <a:srgbClr val="E5E7EB"/>
            </a:solidFill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3_Asymmetric_Process_Flow">
    <p:bg>
      <p:bgRef idx="1001"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readcrumb"/>
          <p:cNvSpPr>
            <a:spLocks noGrp="1"/>
          </p:cNvSpPr>
          <p:nvPr>
            <p:ph type="body" idx="10"/>
          </p:nvPr>
        </p:nvSpPr>
        <p:spPr>
          <a:xfrm>
            <a:off x="819150" y="2286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1000" lang="de-DE">
                <a:latin typeface="Aptos"/>
                <a:ea typeface="Aptos"/>
                <a:cs typeface="Aptos"/>
                <a:solidFill>
                  <a:srgbClr val="6B7280"/>
                </a:solidFill>
              </a:rPr>
              <a:t>[Hauptkapitel]</a:t>
            </a:r>
            <a:endParaRPr sz="1000" lang="de-DE"/>
          </a:p>
        </p:txBody>
      </p:sp>
      <p:sp>
        <p:nvSpPr>
          <p:cNvPr id="11" name="Eyebrow"/>
          <p:cNvSpPr>
            <a:spLocks noGrp="1"/>
          </p:cNvSpPr>
          <p:nvPr>
            <p:ph type="body" idx="11"/>
          </p:nvPr>
        </p:nvSpPr>
        <p:spPr>
          <a:xfrm>
            <a:off x="819150" y="43815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900" lang="de-DE" b="1">
                <a:latin typeface="Aptos"/>
                <a:ea typeface="Aptos"/>
                <a:cs typeface="Aptos"/>
                <a:solidFill>
                  <a:srgbClr val="043469"/>
                </a:solidFill>
              </a:rPr>
              <a:t>5.1 · BEZEICHNUNG</a:t>
            </a:r>
            <a:endParaRPr sz="900" lang="de-DE"/>
          </a:p>
        </p:txBody>
      </p:sp>
      <p:sp>
        <p:nvSpPr>
          <p:cNvPr id="12" name="Titel"/>
          <p:cNvSpPr>
            <a:spLocks noGrp="1"/>
          </p:cNvSpPr>
          <p:nvPr>
            <p:ph type="title" idx="0"/>
          </p:nvPr>
        </p:nvSpPr>
        <p:spPr>
          <a:xfrm>
            <a:off x="819150" y="685800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2400" lang="de-DE">
                <a:latin typeface="Aptos Display"/>
                <a:ea typeface="Aptos Display"/>
                <a:cs typeface="Aptos Display"/>
                <a:solidFill>
                  <a:srgbClr val="043469"/>
                </a:solidFill>
              </a:rPr>
              <a:t>Titel</a:t>
            </a:r>
            <a:endParaRPr sz="2400" lang="de-DE"/>
          </a:p>
        </p:txBody>
      </p:sp>
      <p:sp>
        <p:nvSpPr>
          <p:cNvPr id="13" name="Bereich"/>
          <p:cNvSpPr>
            <a:spLocks noGrp="1"/>
          </p:cNvSpPr>
          <p:nvPr>
            <p:ph type="body" idx="1"/>
          </p:nvPr>
        </p:nvSpPr>
        <p:spPr>
          <a:xfrm>
            <a:off x="819150" y="1333500"/>
            <a:ext cx="10553700" cy="4000500"/>
          </a:xfrm>
          <a:prstGeom prst="rect">
            <a:avLst/>
          </a:prstGeom>
          <a:solidFill>
            <a:srgbClr val="F3F4F6"/>
          </a:solidFill>
          <a:ln w="1">
            <a:solidFill>
              <a:srgbClr val="E5E7EB"/>
            </a:solidFill>
          </a:ln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9_Statement_Tagline">
    <p:bg>
      <p:bgRef idx="1001"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"/>
          <p:cNvSpPr>
            <a:spLocks noGrp="1"/>
          </p:cNvSpPr>
          <p:nvPr>
            <p:ph type="title" idx="0"/>
          </p:nvPr>
        </p:nvSpPr>
        <p:spPr>
          <a:xfrm>
            <a:off x="819150" y="1905000"/>
            <a:ext cx="10477500" cy="571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2800" lang="de-DE">
                <a:latin typeface="Aptos Display"/>
                <a:ea typeface="Aptos Display"/>
                <a:cs typeface="Aptos Display"/>
                <a:solidFill>
                  <a:srgbClr val="043469"/>
                </a:solidFill>
              </a:rPr>
              <a:t>Titel</a:t>
            </a:r>
            <a:endParaRPr sz="2800" lang="de-DE"/>
          </a:p>
        </p:txBody>
      </p:sp>
      <p:sp>
        <p:nvSpPr>
          <p:cNvPr id="13" name="Body"/>
          <p:cNvSpPr>
            <a:spLocks noGrp="1"/>
          </p:cNvSpPr>
          <p:nvPr>
            <p:ph type="body" idx="1"/>
          </p:nvPr>
        </p:nvSpPr>
        <p:spPr>
          <a:xfrm>
            <a:off x="819150" y="2667000"/>
            <a:ext cx="10477500" cy="2857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1800" lang="de-DE">
                <a:latin typeface="Aptos"/>
                <a:ea typeface="Aptos"/>
                <a:cs typeface="Aptos"/>
                <a:solidFill>
                  <a:srgbClr val="002B41"/>
                </a:solidFill>
              </a:rPr>
              <a:t/>
            </a:r>
            <a:endParaRPr sz="1800" lang="de-DE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1_Zitat">
    <p:bg>
      <p:bgRef idx="1001"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"/>
          <p:cNvSpPr>
            <a:spLocks noGrp="1"/>
          </p:cNvSpPr>
          <p:nvPr>
            <p:ph type="title" idx="0"/>
          </p:nvPr>
        </p:nvSpPr>
        <p:spPr>
          <a:xfrm>
            <a:off x="819150" y="1905000"/>
            <a:ext cx="10477500" cy="571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2800" lang="de-DE">
                <a:latin typeface="Aptos Display"/>
                <a:ea typeface="Aptos Display"/>
                <a:cs typeface="Aptos Display"/>
                <a:solidFill>
                  <a:srgbClr val="043469"/>
                </a:solidFill>
              </a:rPr>
              <a:t>Titel</a:t>
            </a:r>
            <a:endParaRPr sz="2800" lang="de-DE"/>
          </a:p>
        </p:txBody>
      </p:sp>
      <p:sp>
        <p:nvSpPr>
          <p:cNvPr id="13" name="Body"/>
          <p:cNvSpPr>
            <a:spLocks noGrp="1"/>
          </p:cNvSpPr>
          <p:nvPr>
            <p:ph type="body" idx="1"/>
          </p:nvPr>
        </p:nvSpPr>
        <p:spPr>
          <a:xfrm>
            <a:off x="819150" y="2667000"/>
            <a:ext cx="10477500" cy="2857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1800" lang="de-DE">
                <a:latin typeface="Aptos"/>
                <a:ea typeface="Aptos"/>
                <a:cs typeface="Aptos"/>
                <a:solidFill>
                  <a:srgbClr val="002B41"/>
                </a:solidFill>
              </a:rPr>
              <a:t/>
            </a:r>
            <a:endParaRPr sz="1800" lang="de-DE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5_Schlussfolgerung_Band">
    <p:bg>
      <p:bgRef idx="1001"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"/>
          <p:cNvSpPr>
            <a:spLocks noGrp="1"/>
          </p:cNvSpPr>
          <p:nvPr>
            <p:ph type="title" idx="0"/>
          </p:nvPr>
        </p:nvSpPr>
        <p:spPr>
          <a:xfrm>
            <a:off x="819150" y="1905000"/>
            <a:ext cx="10477500" cy="571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2800" lang="de-DE">
                <a:latin typeface="Aptos Display"/>
                <a:ea typeface="Aptos Display"/>
                <a:cs typeface="Aptos Display"/>
                <a:solidFill>
                  <a:srgbClr val="043469"/>
                </a:solidFill>
              </a:rPr>
              <a:t>Titel</a:t>
            </a:r>
            <a:endParaRPr sz="2800" lang="de-DE"/>
          </a:p>
        </p:txBody>
      </p:sp>
      <p:sp>
        <p:nvSpPr>
          <p:cNvPr id="13" name="Body"/>
          <p:cNvSpPr>
            <a:spLocks noGrp="1"/>
          </p:cNvSpPr>
          <p:nvPr>
            <p:ph type="body" idx="1"/>
          </p:nvPr>
        </p:nvSpPr>
        <p:spPr>
          <a:xfrm>
            <a:off x="819150" y="2667000"/>
            <a:ext cx="10477500" cy="2857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1800" lang="de-DE">
                <a:latin typeface="Aptos"/>
                <a:ea typeface="Aptos"/>
                <a:cs typeface="Aptos"/>
                <a:solidFill>
                  <a:srgbClr val="002B41"/>
                </a:solidFill>
              </a:rPr>
              <a:t/>
            </a:r>
            <a:endParaRPr sz="1800" lang="de-DE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5_Dark_Navy_Section">
    <p:bg>
      <p:bgRef idx="1001"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"/>
          <p:cNvSpPr>
            <a:spLocks noGrp="1"/>
          </p:cNvSpPr>
          <p:nvPr>
            <p:ph type="title" idx="0"/>
          </p:nvPr>
        </p:nvSpPr>
        <p:spPr>
          <a:xfrm>
            <a:off x="819150" y="2381250"/>
            <a:ext cx="10477500" cy="7620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3200" lang="de-DE">
                <a:latin typeface="Aptos Display"/>
                <a:ea typeface="Aptos Display"/>
                <a:cs typeface="Aptos Display"/>
                <a:solidFill>
                  <a:srgbClr val="FFFFFF"/>
                </a:solidFill>
              </a:rPr>
              <a:t>Titel</a:t>
            </a:r>
            <a:endParaRPr sz="3200" lang="de-DE"/>
          </a:p>
        </p:txBody>
      </p:sp>
      <p:sp>
        <p:nvSpPr>
          <p:cNvPr id="13" name="Body"/>
          <p:cNvSpPr>
            <a:spLocks noGrp="1"/>
          </p:cNvSpPr>
          <p:nvPr>
            <p:ph type="body" idx="1"/>
          </p:nvPr>
        </p:nvSpPr>
        <p:spPr>
          <a:xfrm>
            <a:off x="819150" y="3333750"/>
            <a:ext cx="10477500" cy="19050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1400" lang="de-DE">
                <a:latin typeface="Aptos"/>
                <a:ea typeface="Aptos"/>
                <a:cs typeface="Aptos"/>
                <a:solidFill>
                  <a:srgbClr val="FFFFFF"/>
                </a:solidFill>
              </a:rPr>
              <a:t/>
            </a:r>
            <a:endParaRPr sz="1400" lang="de-DE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2_Mini_Trennblatt">
    <p:bg>
      <p:bgRef idx="1001"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Kapitelnummer"/>
          <p:cNvSpPr>
            <a:spLocks noGrp="1"/>
          </p:cNvSpPr>
          <p:nvPr>
            <p:ph type="title" idx="0"/>
          </p:nvPr>
        </p:nvSpPr>
        <p:spPr>
          <a:xfrm>
            <a:off x="819150" y="1838325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20000" lang="de-DE" b="1">
                <a:latin typeface="Aptos Display"/>
                <a:ea typeface="Aptos Display"/>
                <a:cs typeface="Aptos Display"/>
                <a:solidFill>
                  <a:srgbClr val="F7602F"/>
                </a:solidFill>
              </a:rPr>
              <a:t>5</a:t>
            </a:r>
            <a:endParaRPr sz="20000" lang="de-DE"/>
          </a:p>
        </p:txBody>
      </p:sp>
      <p:sp>
        <p:nvSpPr>
          <p:cNvPr id="11" name="Kapitelname"/>
          <p:cNvSpPr>
            <a:spLocks noGrp="1"/>
          </p:cNvSpPr>
          <p:nvPr>
            <p:ph type="body" idx="1"/>
          </p:nvPr>
        </p:nvSpPr>
        <p:spPr>
          <a:xfrm>
            <a:off x="3905250" y="2600325"/>
            <a:ext cx="6667500" cy="571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3800" lang="de-DE">
                <a:latin typeface="Aptos Display"/>
                <a:ea typeface="Aptos Display"/>
                <a:cs typeface="Aptos Display"/>
                <a:solidFill>
                  <a:srgbClr val="043469"/>
                </a:solidFill>
              </a:rPr>
              <a:t>Kapitelname</a:t>
            </a:r>
            <a:endParaRPr sz="3800" lang="de-DE"/>
          </a:p>
        </p:txBody>
      </p:sp>
      <p:sp>
        <p:nvSpPr>
          <p:cNvPr id="12" name="Unterkapitelliste"/>
          <p:cNvSpPr>
            <a:spLocks noGrp="1"/>
          </p:cNvSpPr>
          <p:nvPr>
            <p:ph type="body" idx="2"/>
          </p:nvPr>
        </p:nvSpPr>
        <p:spPr>
          <a:xfrm>
            <a:off x="3905250" y="3238500"/>
            <a:ext cx="6667500" cy="2857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1800" lang="de-DE">
                <a:latin typeface="Aptos Display"/>
                <a:ea typeface="Aptos Display"/>
                <a:cs typeface="Aptos Display"/>
                <a:solidFill>
                  <a:srgbClr val="002B41"/>
                </a:solidFill>
              </a:rPr>
              <a:t/>
            </a:r>
            <a:endParaRPr sz="1800" lang="de-DE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2_Closing">
    <p:bg>
      <p:bgRef idx="1001"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"/>
          <p:cNvSpPr>
            <a:spLocks noGrp="1"/>
          </p:cNvSpPr>
          <p:nvPr>
            <p:ph type="title" idx="0"/>
          </p:nvPr>
        </p:nvSpPr>
        <p:spPr>
          <a:xfrm>
            <a:off x="819150" y="762000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2800" lang="de-DE">
                <a:latin typeface="Aptos Display"/>
                <a:ea typeface="Aptos Display"/>
                <a:cs typeface="Aptos Display"/>
                <a:solidFill>
                  <a:srgbClr val="043469"/>
                </a:solidFill>
              </a:rPr>
              <a:t>Titel</a:t>
            </a:r>
            <a:endParaRPr sz="2800" lang="de-DE"/>
          </a:p>
        </p:txBody>
      </p:sp>
      <p:sp>
        <p:nvSpPr>
          <p:cNvPr id="13" name="Body"/>
          <p:cNvSpPr>
            <a:spLocks noGrp="1"/>
          </p:cNvSpPr>
          <p:nvPr>
            <p:ph type="body" idx="1"/>
          </p:nvPr>
        </p:nvSpPr>
        <p:spPr>
          <a:xfrm>
            <a:off x="819150" y="1524000"/>
            <a:ext cx="10477500" cy="41910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1200" lang="de-DE">
                <a:latin typeface="Aptos"/>
                <a:ea typeface="Aptos"/>
                <a:cs typeface="Aptos"/>
                <a:solidFill>
                  <a:srgbClr val="002B41"/>
                </a:solidFill>
              </a:rPr>
              <a:t/>
            </a:r>
            <a:endParaRPr sz="1200" lang="de-DE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6_Haftungsvereinbarung">
    <p:bg>
      <p:bgRef idx="1001"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"/>
          <p:cNvSpPr>
            <a:spLocks noGrp="1"/>
          </p:cNvSpPr>
          <p:nvPr>
            <p:ph type="title" idx="0"/>
          </p:nvPr>
        </p:nvSpPr>
        <p:spPr>
          <a:xfrm>
            <a:off x="819150" y="762000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2800" lang="de-DE">
                <a:latin typeface="Aptos Display"/>
                <a:ea typeface="Aptos Display"/>
                <a:cs typeface="Aptos Display"/>
                <a:solidFill>
                  <a:srgbClr val="043469"/>
                </a:solidFill>
              </a:rPr>
              <a:t>Titel</a:t>
            </a:r>
            <a:endParaRPr sz="2800" lang="de-DE"/>
          </a:p>
        </p:txBody>
      </p:sp>
      <p:sp>
        <p:nvSpPr>
          <p:cNvPr id="13" name="Body"/>
          <p:cNvSpPr>
            <a:spLocks noGrp="1"/>
          </p:cNvSpPr>
          <p:nvPr>
            <p:ph type="body" idx="1"/>
          </p:nvPr>
        </p:nvSpPr>
        <p:spPr>
          <a:xfrm>
            <a:off x="819150" y="1524000"/>
            <a:ext cx="10477500" cy="41910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1200" lang="de-DE">
                <a:latin typeface="Aptos"/>
                <a:ea typeface="Aptos"/>
                <a:cs typeface="Aptos"/>
                <a:solidFill>
                  <a:srgbClr val="002B41"/>
                </a:solidFill>
              </a:rPr>
              <a:t/>
            </a:r>
            <a:endParaRPr sz="1200" lang="de-DE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7_AGB">
    <p:bg>
      <p:bgRef idx="1001"/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"/>
          <p:cNvSpPr>
            <a:spLocks noGrp="1"/>
          </p:cNvSpPr>
          <p:nvPr>
            <p:ph type="title" idx="0"/>
          </p:nvPr>
        </p:nvSpPr>
        <p:spPr>
          <a:xfrm>
            <a:off x="819150" y="762000"/>
            <a:ext cx="10477500" cy="47625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2800" lang="de-DE">
                <a:latin typeface="Aptos Display"/>
                <a:ea typeface="Aptos Display"/>
                <a:cs typeface="Aptos Display"/>
                <a:solidFill>
                  <a:srgbClr val="043469"/>
                </a:solidFill>
              </a:rPr>
              <a:t>Titel</a:t>
            </a:r>
            <a:endParaRPr sz="2800" lang="de-DE"/>
          </a:p>
        </p:txBody>
      </p:sp>
      <p:sp>
        <p:nvSpPr>
          <p:cNvPr id="13" name="Body"/>
          <p:cNvSpPr>
            <a:spLocks noGrp="1"/>
          </p:cNvSpPr>
          <p:nvPr>
            <p:ph type="body" idx="1"/>
          </p:nvPr>
        </p:nvSpPr>
        <p:spPr>
          <a:xfrm>
            <a:off x="819150" y="1524000"/>
            <a:ext cx="10477500" cy="41910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l"/>
            <a:r>
              <a:rPr sz="1200" lang="de-DE">
                <a:latin typeface="Aptos"/>
                <a:ea typeface="Aptos"/>
                <a:cs typeface="Aptos"/>
                <a:solidFill>
                  <a:srgbClr val="002B41"/>
                </a:solidFill>
              </a:rPr>
              <a:t/>
            </a:r>
            <a:endParaRPr sz="1200" lang="de-DE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<Relationship Id="rId13" Type="http://schemas.openxmlformats.org/officeDocument/2006/relationships/image" Target="../media/image101.png"/><Relationship Id="rId14" Type="http://schemas.openxmlformats.org/officeDocument/2006/relationships/image" Target="../media/image102.png"/><Relationship Id="rId15" Type="http://schemas.openxmlformats.org/officeDocument/2006/relationships/slideLayout" Target="../slideLayouts/slideLayout1.xml"/><Relationship Id="rId16" Type="http://schemas.openxmlformats.org/officeDocument/2006/relationships/slideLayout" Target="../slideLayouts/slideLayout2.xml"/><Relationship Id="rId17" Type="http://schemas.openxmlformats.org/officeDocument/2006/relationships/slideLayout" Target="../slideLayouts/slideLayout3.xml"/><Relationship Id="rId18" Type="http://schemas.openxmlformats.org/officeDocument/2006/relationships/slideLayout" Target="../slideLayouts/slideLayout4.xml"/><Relationship Id="rId19" Type="http://schemas.openxmlformats.org/officeDocument/2006/relationships/slideLayout" Target="../slideLayouts/slideLayout5.xml"/><Relationship Id="rId20" Type="http://schemas.openxmlformats.org/officeDocument/2006/relationships/slideLayout" Target="../slideLayouts/slideLayout6.xml"/><Relationship Id="rId21" Type="http://schemas.openxmlformats.org/officeDocument/2006/relationships/slideLayout" Target="../slideLayouts/slideLayout7.xml"/><Relationship Id="rId22" Type="http://schemas.openxmlformats.org/officeDocument/2006/relationships/slideLayout" Target="../slideLayouts/slideLayout8.xml"/><Relationship Id="rId23" Type="http://schemas.openxmlformats.org/officeDocument/2006/relationships/slideLayout" Target="../slideLayouts/slideLayout9.xml"/><Relationship Id="rId24" Type="http://schemas.openxmlformats.org/officeDocument/2006/relationships/slideLayout" Target="../slideLayouts/slideLayout10.xml"/><Relationship Id="rId25" Type="http://schemas.openxmlformats.org/officeDocument/2006/relationships/slideLayout" Target="../slideLayouts/slideLayout11.xml"/><Relationship Id="rId26" Type="http://schemas.openxmlformats.org/officeDocument/2006/relationships/slideLayout" Target="../slideLayouts/slideLayout12.xml"/><Relationship Id="rId27" Type="http://schemas.openxmlformats.org/officeDocument/2006/relationships/slideLayout" Target="../slideLayouts/slideLayout13.xml"/><Relationship Id="rId28" Type="http://schemas.openxmlformats.org/officeDocument/2006/relationships/slideLayout" Target="../slideLayouts/slideLayout14.xml"/><Relationship Id="rId29" Type="http://schemas.openxmlformats.org/officeDocument/2006/relationships/slideLayout" Target="../slideLayouts/slideLayout15.xml"/><Relationship Id="rId30" Type="http://schemas.openxmlformats.org/officeDocument/2006/relationships/slideLayout" Target="../slideLayouts/slideLayout16.xml"/><Relationship Id="rId31" Type="http://schemas.openxmlformats.org/officeDocument/2006/relationships/slideLayout" Target="../slideLayouts/slideLayout17.xml"/><Relationship Id="rId32" Type="http://schemas.openxmlformats.org/officeDocument/2006/relationships/slideLayout" Target="../slideLayouts/slideLayout18.xml"/><Relationship Id="rId33" Type="http://schemas.openxmlformats.org/officeDocument/2006/relationships/slideLayout" Target="../slideLayouts/slideLayout19.xml"/><Relationship Id="rId34" Type="http://schemas.openxmlformats.org/officeDocument/2006/relationships/slideLayout" Target="../slideLayouts/slideLayout20.xml"/><Relationship Id="rId35" Type="http://schemas.openxmlformats.org/officeDocument/2006/relationships/slideLayout" Target="../slideLayouts/slideLayout21.xml"/><Relationship Id="rId36" Type="http://schemas.openxmlformats.org/officeDocument/2006/relationships/slideLayout" Target="../slideLayouts/slideLayout22.xml"/><Relationship Id="rId37" Type="http://schemas.openxmlformats.org/officeDocument/2006/relationships/slideLayout" Target="../slideLayouts/slideLayout23.xml"/><Relationship Id="rId38" Type="http://schemas.openxmlformats.org/officeDocument/2006/relationships/slideLayout" Target="../slideLayouts/slideLayout24.xml"/><Relationship Id="rId39" Type="http://schemas.openxmlformats.org/officeDocument/2006/relationships/slideLayout" Target="../slideLayouts/slideLayout25.xml"/><Relationship Id="rId40" Type="http://schemas.openxmlformats.org/officeDocument/2006/relationships/slideLayout" Target="../slideLayouts/slideLayout26.xml"/><Relationship Id="rId41" Type="http://schemas.openxmlformats.org/officeDocument/2006/relationships/slideLayout" Target="../slideLayouts/slideLayout27.xml"/><Relationship Id="rId42" Type="http://schemas.openxmlformats.org/officeDocument/2006/relationships/slideLayout" Target="../slideLayouts/slideLayout28.xml"/><Relationship Id="rId43" Type="http://schemas.openxmlformats.org/officeDocument/2006/relationships/slideLayout" Target="../slideLayouts/slideLayout29.xml"/><Relationship Id="rId44" Type="http://schemas.openxmlformats.org/officeDocument/2006/relationships/slideLayout" Target="../slideLayouts/slideLayout30.xml"/><Relationship Id="rId45" Type="http://schemas.openxmlformats.org/officeDocument/2006/relationships/slideLayout" Target="../slideLayouts/slideLayout31.xml"/><Relationship Id="rId46" Type="http://schemas.openxmlformats.org/officeDocument/2006/relationships/slideLayout" Target="../slideLayouts/slideLayout32.xml"/><Relationship Id="rId47" Type="http://schemas.openxmlformats.org/officeDocument/2006/relationships/slideLayout" Target="../slideLayouts/slideLayout33.xml"/><Relationship Id="rId48" Type="http://schemas.openxmlformats.org/officeDocument/2006/relationships/slideLayout" Target="../slideLayouts/slideLayout34.xml"/><Relationship Id="rId49" Type="http://schemas.openxmlformats.org/officeDocument/2006/relationships/slideLayout" Target="../slideLayouts/slideLayout35.xml"/><Relationship Id="rId50" Type="http://schemas.openxmlformats.org/officeDocument/2006/relationships/slideLayout" Target="../slideLayouts/slideLayout36.xml"/><Relationship Id="rId51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49025" y="6553200"/>
            <a:ext cx="476250" cy="19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300" name="mpower_logo"/>
          <p:cNvPicPr preferRelativeResize="0"/>
          <p:nvPr/>
        </p:nvPicPr>
        <p:blipFill>
          <a:blip r:embed="rId13"/>
          <a:stretch>
            <a:fillRect/>
          </a:stretch>
        </p:blipFill>
        <p:spPr>
          <a:xfrm>
            <a:off x="10858500" y="114300"/>
            <a:ext cx="1143000" cy="342900"/>
          </a:xfrm>
          <a:prstGeom prst="rect">
            <a:avLst/>
          </a:prstGeom>
        </p:spPr>
      </p:pic>
      <p:sp>
        <p:nvSpPr>
          <p:cNvPr id="301" name="Footer Line"/>
          <p:cNvSpPr/>
          <p:nvPr/>
        </p:nvSpPr>
        <p:spPr>
          <a:xfrm>
            <a:off x="819150" y="6477000"/>
            <a:ext cx="10553700" cy="0"/>
          </a:xfrm>
          <a:prstGeom prst="line">
            <a:avLst/>
          </a:prstGeom>
          <a:ln w="9525">
            <a:solidFill>
              <a:srgbClr val="E5E7EB"/>
            </a:solidFill>
          </a:ln>
          <a:noFill/>
        </p:spPr>
      </p:sp>
      <p:sp>
        <p:nvSpPr>
          <p:cNvPr id="302" name="Copyright"/>
          <p:cNvSpPr/>
          <p:nvPr/>
        </p:nvSpPr>
        <p:spPr>
          <a:xfrm>
            <a:off x="8858250" y="6553200"/>
            <a:ext cx="2286000" cy="190500"/>
          </a:xfrm>
          <a:prstGeom prst="rect">
            <a:avLst/>
          </a:prstGeom>
          <a:noFill/>
          <a:ln w="0">
            <a:noFill/>
          </a:ln>
        </p:spPr>
        <p:txBody>
          <a:bodyPr wrap="square" anchor="t"/>
          <a:lstStyle/>
          <a:p>
            <a:pPr algn="r"/>
            <a:r>
              <a:rPr sz="800" lang="de-DE">
                <a:latin typeface="Aptos"/>
                <a:ea typeface="Aptos"/>
                <a:cs typeface="Aptos"/>
                <a:solidFill>
                  <a:srgbClr val="6B7280"/>
                </a:solidFill>
              </a:rPr>
              <a:t>MPower GmbH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5"/>
    <p:sldLayoutId id="2147483692" r:id="rId16"/>
    <p:sldLayoutId id="2147483693" r:id="rId17"/>
    <p:sldLayoutId id="2147483694" r:id="rId18"/>
    <p:sldLayoutId id="2147483695" r:id="rId19"/>
    <p:sldLayoutId id="2147483696" r:id="rId20"/>
    <p:sldLayoutId id="2147483697" r:id="rId21"/>
    <p:sldLayoutId id="2147483698" r:id="rId22"/>
    <p:sldLayoutId id="2147483699" r:id="rId23"/>
    <p:sldLayoutId id="2147483700" r:id="rId24"/>
    <p:sldLayoutId id="2147483701" r:id="rId25"/>
    <p:sldLayoutId id="2147483702" r:id="rId26"/>
    <p:sldLayoutId id="2147483703" r:id="rId27"/>
    <p:sldLayoutId id="2147483704" r:id="rId28"/>
    <p:sldLayoutId id="2147483705" r:id="rId29"/>
    <p:sldLayoutId id="2147483706" r:id="rId30"/>
    <p:sldLayoutId id="2147483707" r:id="rId31"/>
    <p:sldLayoutId id="2147483708" r:id="rId32"/>
    <p:sldLayoutId id="2147483709" r:id="rId33"/>
    <p:sldLayoutId id="2147483710" r:id="rId34"/>
    <p:sldLayoutId id="2147483711" r:id="rId35"/>
    <p:sldLayoutId id="2147483712" r:id="rId36"/>
    <p:sldLayoutId id="2147483713" r:id="rId37"/>
    <p:sldLayoutId id="2147483714" r:id="rId38"/>
    <p:sldLayoutId id="2147483715" r:id="rId39"/>
    <p:sldLayoutId id="2147483716" r:id="rId40"/>
    <p:sldLayoutId id="2147483717" r:id="rId41"/>
    <p:sldLayoutId id="2147483718" r:id="rId42"/>
    <p:sldLayoutId id="2147483719" r:id="rId43"/>
    <p:sldLayoutId id="2147483720" r:id="rId44"/>
    <p:sldLayoutId id="2147483721" r:id="rId45"/>
    <p:sldLayoutId id="2147483722" r:id="rId46"/>
    <p:sldLayoutId id="2147483723" r:id="rId47"/>
    <p:sldLayoutId id="2147483724" r:id="rId48"/>
    <p:sldLayoutId id="2147483725" r:id="rId49"/>
    <p:sldLayoutId id="2147483726" r:id="rId50"/>
    <p:sldLayoutId id="2147483727" r:id="rId5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MPower">
      <a:dk1>
        <a:srgbClr val="002B41"/>
      </a:dk1>
      <a:lt1>
        <a:srgbClr val="FFFFFF"/>
      </a:lt1>
      <a:dk2>
        <a:srgbClr val="043469"/>
      </a:dk2>
      <a:lt2>
        <a:srgbClr val="E5E7EB"/>
      </a:lt2>
      <a:accent1>
        <a:srgbClr val="4A6577"/>
      </a:accent1>
      <a:accent2>
        <a:srgbClr val="8AB4CD"/>
      </a:accent2>
      <a:accent3>
        <a:srgbClr val="324A5C"/>
      </a:accent3>
      <a:accent4>
        <a:srgbClr val="6A8CA2"/>
      </a:accent4>
      <a:accent5>
        <a:srgbClr val="B1CCDE"/>
      </a:accent5>
      <a:accent6>
        <a:srgbClr val="F7602F"/>
      </a:accent6>
      <a:hlink>
        <a:srgbClr val="043469"/>
      </a:hlink>
      <a:folHlink>
        <a:srgbClr val="4A6577"/>
      </a:folHlink>
    </a:clrScheme>
    <a:fontScheme name="MPower">
      <a:majorFont>
        <a:latin typeface="Aptos Display"/>
        <a:ea typeface="Aptos Display"/>
        <a:cs typeface="Aptos Display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Aptos"/>
        <a:cs typeface="Aptos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